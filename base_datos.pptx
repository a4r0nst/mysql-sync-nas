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76" r:id="rId4"/>
    <p:sldId id="258" r:id="rId5"/>
    <p:sldId id="260" r:id="rId6"/>
    <p:sldId id="266" r:id="rId7"/>
    <p:sldId id="280" r:id="rId8"/>
  </p:sldIdLst>
  <p:sldSz cx="9144000" cy="5143500" type="screen16x9"/>
  <p:notesSz cx="6858000" cy="9144000"/>
  <p:embeddedFontLst>
    <p:embeddedFont>
      <p:font typeface="Fira Sans Extra Condensed SemiBold" panose="020B0604020202020204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2485F3-609E-4999-9508-F95878B10E59}">
  <a:tblStyle styleId="{6C2485F3-609E-4999-9508-F95878B10E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7384c0e568c9b205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7384c0e568c9b205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e5eb34d0c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ee5eb34d0c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g1034e70190a_0_2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9" name="Google Shape;2829;g1034e70190a_0_2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ed4aa40ca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ed4aa40ca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034e70190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034e70190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1034e70190a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1034e70190a_0_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1034e70190a_0_2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1034e70190a_0_2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327523" y="1634286"/>
            <a:ext cx="3788881" cy="15638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B4CK_4DMIN</a:t>
            </a:r>
            <a:br>
              <a:rPr lang="en-GB" dirty="0"/>
            </a:br>
            <a:endParaRPr lang="en-GB"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345188" y="2477537"/>
            <a:ext cx="425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Sistema Automatizado de Copias de Seguridad en NAS con Gestión de Usuarios</a:t>
            </a:r>
            <a:endParaRPr dirty="0"/>
          </a:p>
        </p:txBody>
      </p:sp>
      <p:sp>
        <p:nvSpPr>
          <p:cNvPr id="60" name="Google Shape;60;p15"/>
          <p:cNvSpPr/>
          <p:nvPr/>
        </p:nvSpPr>
        <p:spPr>
          <a:xfrm>
            <a:off x="6850801" y="2914633"/>
            <a:ext cx="1738972" cy="1021672"/>
          </a:xfrm>
          <a:custGeom>
            <a:avLst/>
            <a:gdLst/>
            <a:ahLst/>
            <a:cxnLst/>
            <a:rect l="l" t="t" r="r" b="b"/>
            <a:pathLst>
              <a:path w="79261" h="46572" extrusionOk="0">
                <a:moveTo>
                  <a:pt x="39635" y="1"/>
                </a:moveTo>
                <a:cubicBezTo>
                  <a:pt x="38749" y="1"/>
                  <a:pt x="37862" y="230"/>
                  <a:pt x="37065" y="688"/>
                </a:cubicBezTo>
                <a:lnTo>
                  <a:pt x="1679" y="21119"/>
                </a:lnTo>
                <a:cubicBezTo>
                  <a:pt x="1" y="22084"/>
                  <a:pt x="1" y="24489"/>
                  <a:pt x="1679" y="25453"/>
                </a:cubicBezTo>
                <a:lnTo>
                  <a:pt x="37065" y="45884"/>
                </a:lnTo>
                <a:cubicBezTo>
                  <a:pt x="37862" y="46343"/>
                  <a:pt x="38749" y="46572"/>
                  <a:pt x="39635" y="46572"/>
                </a:cubicBezTo>
                <a:cubicBezTo>
                  <a:pt x="40520" y="46572"/>
                  <a:pt x="41405" y="46343"/>
                  <a:pt x="42196" y="45884"/>
                </a:cubicBezTo>
                <a:lnTo>
                  <a:pt x="77594" y="25453"/>
                </a:lnTo>
                <a:cubicBezTo>
                  <a:pt x="79260" y="24489"/>
                  <a:pt x="79260" y="22084"/>
                  <a:pt x="77594" y="21119"/>
                </a:cubicBezTo>
                <a:lnTo>
                  <a:pt x="42196" y="688"/>
                </a:lnTo>
                <a:cubicBezTo>
                  <a:pt x="41405" y="230"/>
                  <a:pt x="40520" y="1"/>
                  <a:pt x="39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15"/>
          <p:cNvGrpSpPr/>
          <p:nvPr/>
        </p:nvGrpSpPr>
        <p:grpSpPr>
          <a:xfrm>
            <a:off x="4445259" y="1761916"/>
            <a:ext cx="1801298" cy="2313940"/>
            <a:chOff x="2616388" y="1504175"/>
            <a:chExt cx="2082425" cy="2675075"/>
          </a:xfrm>
        </p:grpSpPr>
        <p:sp>
          <p:nvSpPr>
            <p:cNvPr id="62" name="Google Shape;62;p15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5;p1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" name="Google Shape;122;p15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5"/>
          <p:cNvSpPr/>
          <p:nvPr/>
        </p:nvSpPr>
        <p:spPr>
          <a:xfrm>
            <a:off x="7096363" y="2099322"/>
            <a:ext cx="1236307" cy="1672149"/>
          </a:xfrm>
          <a:custGeom>
            <a:avLst/>
            <a:gdLst/>
            <a:ahLst/>
            <a:cxnLst/>
            <a:rect l="l" t="t" r="r" b="b"/>
            <a:pathLst>
              <a:path w="52721" h="71307" extrusionOk="0">
                <a:moveTo>
                  <a:pt x="52709" y="0"/>
                </a:moveTo>
                <a:lnTo>
                  <a:pt x="0" y="0"/>
                </a:lnTo>
                <a:lnTo>
                  <a:pt x="0" y="55495"/>
                </a:lnTo>
                <a:cubicBezTo>
                  <a:pt x="0" y="56090"/>
                  <a:pt x="321" y="56650"/>
                  <a:pt x="845" y="56948"/>
                </a:cubicBezTo>
                <a:lnTo>
                  <a:pt x="24646" y="70699"/>
                </a:lnTo>
                <a:cubicBezTo>
                  <a:pt x="25706" y="71306"/>
                  <a:pt x="27027" y="71306"/>
                  <a:pt x="28087" y="70699"/>
                </a:cubicBezTo>
                <a:lnTo>
                  <a:pt x="51876" y="56948"/>
                </a:lnTo>
                <a:cubicBezTo>
                  <a:pt x="52399" y="56650"/>
                  <a:pt x="52721" y="56090"/>
                  <a:pt x="52721" y="55495"/>
                </a:cubicBezTo>
                <a:lnTo>
                  <a:pt x="52721" y="554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7089938" y="1728531"/>
            <a:ext cx="1249158" cy="741583"/>
          </a:xfrm>
          <a:custGeom>
            <a:avLst/>
            <a:gdLst/>
            <a:ahLst/>
            <a:cxnLst/>
            <a:rect l="l" t="t" r="r" b="b"/>
            <a:pathLst>
              <a:path w="53269" h="31624" extrusionOk="0">
                <a:moveTo>
                  <a:pt x="24920" y="31004"/>
                </a:moveTo>
                <a:lnTo>
                  <a:pt x="1119" y="17265"/>
                </a:lnTo>
                <a:cubicBezTo>
                  <a:pt x="0" y="16622"/>
                  <a:pt x="0" y="15002"/>
                  <a:pt x="1119" y="14359"/>
                </a:cubicBezTo>
                <a:lnTo>
                  <a:pt x="24920" y="620"/>
                </a:lnTo>
                <a:cubicBezTo>
                  <a:pt x="25980" y="1"/>
                  <a:pt x="27301" y="1"/>
                  <a:pt x="28361" y="620"/>
                </a:cubicBezTo>
                <a:lnTo>
                  <a:pt x="52150" y="14359"/>
                </a:lnTo>
                <a:cubicBezTo>
                  <a:pt x="53269" y="15002"/>
                  <a:pt x="53269" y="16622"/>
                  <a:pt x="52150" y="17265"/>
                </a:cubicBezTo>
                <a:lnTo>
                  <a:pt x="28361" y="31004"/>
                </a:lnTo>
                <a:cubicBezTo>
                  <a:pt x="27289" y="31624"/>
                  <a:pt x="25980" y="31624"/>
                  <a:pt x="24920" y="310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116460" y="2212656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7"/>
                </a:moveTo>
                <a:lnTo>
                  <a:pt x="0" y="1561"/>
                </a:lnTo>
                <a:lnTo>
                  <a:pt x="0" y="1"/>
                </a:lnTo>
                <a:lnTo>
                  <a:pt x="24194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7116460" y="2263753"/>
            <a:ext cx="567349" cy="364390"/>
          </a:xfrm>
          <a:custGeom>
            <a:avLst/>
            <a:gdLst/>
            <a:ahLst/>
            <a:cxnLst/>
            <a:rect l="l" t="t" r="r" b="b"/>
            <a:pathLst>
              <a:path w="24194" h="15539" extrusionOk="0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116460" y="2315132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116460" y="2366511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7116460" y="2417890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116460" y="2509463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7116460" y="2560842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7116460" y="2611916"/>
            <a:ext cx="567349" cy="364390"/>
          </a:xfrm>
          <a:custGeom>
            <a:avLst/>
            <a:gdLst/>
            <a:ahLst/>
            <a:cxnLst/>
            <a:rect l="l" t="t" r="r" b="b"/>
            <a:pathLst>
              <a:path w="24194" h="15539" extrusionOk="0">
                <a:moveTo>
                  <a:pt x="24194" y="15538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7116460" y="2663295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116460" y="2714674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7116460" y="2806246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7116460" y="2857625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7116460" y="2909004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7116460" y="2960078"/>
            <a:ext cx="567349" cy="364390"/>
          </a:xfrm>
          <a:custGeom>
            <a:avLst/>
            <a:gdLst/>
            <a:ahLst/>
            <a:cxnLst/>
            <a:rect l="l" t="t" r="r" b="b"/>
            <a:pathLst>
              <a:path w="24194" h="15539" extrusionOk="0">
                <a:moveTo>
                  <a:pt x="24194" y="15539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7116460" y="3011457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72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7116460" y="3103029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7"/>
                </a:moveTo>
                <a:lnTo>
                  <a:pt x="0" y="1573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7116460" y="3154408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1"/>
                </a:lnTo>
                <a:lnTo>
                  <a:pt x="24194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116460" y="3205787"/>
            <a:ext cx="567349" cy="364108"/>
          </a:xfrm>
          <a:custGeom>
            <a:avLst/>
            <a:gdLst/>
            <a:ahLst/>
            <a:cxnLst/>
            <a:rect l="l" t="t" r="r" b="b"/>
            <a:pathLst>
              <a:path w="24194" h="15527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7116460" y="3257166"/>
            <a:ext cx="567349" cy="364085"/>
          </a:xfrm>
          <a:custGeom>
            <a:avLst/>
            <a:gdLst/>
            <a:ahLst/>
            <a:cxnLst/>
            <a:rect l="l" t="t" r="r" b="b"/>
            <a:pathLst>
              <a:path w="24194" h="15526" extrusionOk="0">
                <a:moveTo>
                  <a:pt x="24194" y="15526"/>
                </a:moveTo>
                <a:lnTo>
                  <a:pt x="0" y="1560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7116460" y="3308263"/>
            <a:ext cx="567349" cy="364366"/>
          </a:xfrm>
          <a:custGeom>
            <a:avLst/>
            <a:gdLst/>
            <a:ahLst/>
            <a:cxnLst/>
            <a:rect l="l" t="t" r="r" b="b"/>
            <a:pathLst>
              <a:path w="24194" h="15538" extrusionOk="0">
                <a:moveTo>
                  <a:pt x="24194" y="15538"/>
                </a:moveTo>
                <a:lnTo>
                  <a:pt x="0" y="1572"/>
                </a:lnTo>
                <a:lnTo>
                  <a:pt x="0" y="0"/>
                </a:lnTo>
                <a:lnTo>
                  <a:pt x="24194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7745225" y="2212656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7"/>
                </a:moveTo>
                <a:lnTo>
                  <a:pt x="24182" y="1561"/>
                </a:lnTo>
                <a:lnTo>
                  <a:pt x="24182" y="1"/>
                </a:lnTo>
                <a:lnTo>
                  <a:pt x="0" y="1395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7745225" y="2263753"/>
            <a:ext cx="567068" cy="364390"/>
          </a:xfrm>
          <a:custGeom>
            <a:avLst/>
            <a:gdLst/>
            <a:ahLst/>
            <a:cxnLst/>
            <a:rect l="l" t="t" r="r" b="b"/>
            <a:pathLst>
              <a:path w="24182" h="15539" extrusionOk="0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7745225" y="2315132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7745225" y="2366511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7745225" y="2417890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7745225" y="2509463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7745225" y="2560842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7745225" y="2611916"/>
            <a:ext cx="567068" cy="364390"/>
          </a:xfrm>
          <a:custGeom>
            <a:avLst/>
            <a:gdLst/>
            <a:ahLst/>
            <a:cxnLst/>
            <a:rect l="l" t="t" r="r" b="b"/>
            <a:pathLst>
              <a:path w="24182" h="15539" extrusionOk="0">
                <a:moveTo>
                  <a:pt x="0" y="15538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7745225" y="2663295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7745225" y="2714674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7745225" y="2806246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7745225" y="2857625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7745225" y="2909004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5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7745225" y="2960078"/>
            <a:ext cx="567068" cy="364390"/>
          </a:xfrm>
          <a:custGeom>
            <a:avLst/>
            <a:gdLst/>
            <a:ahLst/>
            <a:cxnLst/>
            <a:rect l="l" t="t" r="r" b="b"/>
            <a:pathLst>
              <a:path w="24182" h="15539" extrusionOk="0">
                <a:moveTo>
                  <a:pt x="0" y="15539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7745225" y="3011457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72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7745225" y="3103029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7"/>
                </a:moveTo>
                <a:lnTo>
                  <a:pt x="24182" y="1573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7745225" y="3154408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1"/>
                </a:lnTo>
                <a:lnTo>
                  <a:pt x="0" y="13967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7745225" y="3205787"/>
            <a:ext cx="567068" cy="364108"/>
          </a:xfrm>
          <a:custGeom>
            <a:avLst/>
            <a:gdLst/>
            <a:ahLst/>
            <a:cxnLst/>
            <a:rect l="l" t="t" r="r" b="b"/>
            <a:pathLst>
              <a:path w="24182" h="15527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7745225" y="3257166"/>
            <a:ext cx="567068" cy="364085"/>
          </a:xfrm>
          <a:custGeom>
            <a:avLst/>
            <a:gdLst/>
            <a:ahLst/>
            <a:cxnLst/>
            <a:rect l="l" t="t" r="r" b="b"/>
            <a:pathLst>
              <a:path w="24182" h="15526" extrusionOk="0">
                <a:moveTo>
                  <a:pt x="0" y="15526"/>
                </a:moveTo>
                <a:lnTo>
                  <a:pt x="24182" y="1560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7745225" y="3308263"/>
            <a:ext cx="567068" cy="364366"/>
          </a:xfrm>
          <a:custGeom>
            <a:avLst/>
            <a:gdLst/>
            <a:ahLst/>
            <a:cxnLst/>
            <a:rect l="l" t="t" r="r" b="b"/>
            <a:pathLst>
              <a:path w="24182" h="15538" extrusionOk="0">
                <a:moveTo>
                  <a:pt x="0" y="15538"/>
                </a:moveTo>
                <a:lnTo>
                  <a:pt x="24182" y="1572"/>
                </a:lnTo>
                <a:lnTo>
                  <a:pt x="24182" y="0"/>
                </a:lnTo>
                <a:lnTo>
                  <a:pt x="0" y="13966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587E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15"/>
          <p:cNvGrpSpPr/>
          <p:nvPr/>
        </p:nvGrpSpPr>
        <p:grpSpPr>
          <a:xfrm>
            <a:off x="6845427" y="1589551"/>
            <a:ext cx="1738972" cy="1497957"/>
            <a:chOff x="5553063" y="1487604"/>
            <a:chExt cx="1981525" cy="1707075"/>
          </a:xfrm>
        </p:grpSpPr>
        <p:sp>
          <p:nvSpPr>
            <p:cNvPr id="172" name="Google Shape;172;p15"/>
            <p:cNvSpPr/>
            <p:nvPr/>
          </p:nvSpPr>
          <p:spPr>
            <a:xfrm>
              <a:off x="5563488" y="2071829"/>
              <a:ext cx="1960975" cy="1122850"/>
            </a:xfrm>
            <a:custGeom>
              <a:avLst/>
              <a:gdLst/>
              <a:ahLst/>
              <a:cxnLst/>
              <a:rect l="l" t="t" r="r" b="b"/>
              <a:pathLst>
                <a:path w="78439" h="44914" extrusionOk="0">
                  <a:moveTo>
                    <a:pt x="12" y="1"/>
                  </a:moveTo>
                  <a:cubicBezTo>
                    <a:pt x="12" y="72"/>
                    <a:pt x="12" y="132"/>
                    <a:pt x="12" y="191"/>
                  </a:cubicBezTo>
                  <a:cubicBezTo>
                    <a:pt x="12" y="263"/>
                    <a:pt x="12" y="322"/>
                    <a:pt x="12" y="394"/>
                  </a:cubicBezTo>
                  <a:cubicBezTo>
                    <a:pt x="12" y="453"/>
                    <a:pt x="12" y="525"/>
                    <a:pt x="12" y="584"/>
                  </a:cubicBezTo>
                  <a:cubicBezTo>
                    <a:pt x="12" y="656"/>
                    <a:pt x="12" y="715"/>
                    <a:pt x="12" y="775"/>
                  </a:cubicBezTo>
                  <a:cubicBezTo>
                    <a:pt x="12" y="846"/>
                    <a:pt x="12" y="906"/>
                    <a:pt x="12" y="977"/>
                  </a:cubicBezTo>
                  <a:cubicBezTo>
                    <a:pt x="12" y="1037"/>
                    <a:pt x="12" y="1108"/>
                    <a:pt x="12" y="1167"/>
                  </a:cubicBezTo>
                  <a:cubicBezTo>
                    <a:pt x="12" y="1239"/>
                    <a:pt x="12" y="1298"/>
                    <a:pt x="12" y="1358"/>
                  </a:cubicBezTo>
                  <a:cubicBezTo>
                    <a:pt x="12" y="1429"/>
                    <a:pt x="12" y="1489"/>
                    <a:pt x="12" y="1560"/>
                  </a:cubicBezTo>
                  <a:cubicBezTo>
                    <a:pt x="12" y="1620"/>
                    <a:pt x="12" y="1691"/>
                    <a:pt x="12" y="1751"/>
                  </a:cubicBezTo>
                  <a:cubicBezTo>
                    <a:pt x="12" y="1822"/>
                    <a:pt x="12" y="1882"/>
                    <a:pt x="12" y="1941"/>
                  </a:cubicBezTo>
                  <a:cubicBezTo>
                    <a:pt x="12" y="2013"/>
                    <a:pt x="12" y="2072"/>
                    <a:pt x="12" y="2144"/>
                  </a:cubicBezTo>
                  <a:cubicBezTo>
                    <a:pt x="12" y="2203"/>
                    <a:pt x="12" y="2275"/>
                    <a:pt x="12" y="2334"/>
                  </a:cubicBezTo>
                  <a:cubicBezTo>
                    <a:pt x="12" y="2406"/>
                    <a:pt x="12" y="2465"/>
                    <a:pt x="12" y="2525"/>
                  </a:cubicBezTo>
                  <a:cubicBezTo>
                    <a:pt x="12" y="2596"/>
                    <a:pt x="12" y="2656"/>
                    <a:pt x="12" y="2727"/>
                  </a:cubicBezTo>
                  <a:cubicBezTo>
                    <a:pt x="12" y="2787"/>
                    <a:pt x="12" y="2858"/>
                    <a:pt x="12" y="2918"/>
                  </a:cubicBezTo>
                  <a:cubicBezTo>
                    <a:pt x="12" y="2989"/>
                    <a:pt x="12" y="3049"/>
                    <a:pt x="12" y="3108"/>
                  </a:cubicBezTo>
                  <a:cubicBezTo>
                    <a:pt x="12" y="3180"/>
                    <a:pt x="12" y="3239"/>
                    <a:pt x="12" y="3311"/>
                  </a:cubicBezTo>
                  <a:cubicBezTo>
                    <a:pt x="12" y="3370"/>
                    <a:pt x="12" y="3442"/>
                    <a:pt x="12" y="3501"/>
                  </a:cubicBezTo>
                  <a:cubicBezTo>
                    <a:pt x="12" y="3573"/>
                    <a:pt x="12" y="3632"/>
                    <a:pt x="12" y="3692"/>
                  </a:cubicBezTo>
                  <a:cubicBezTo>
                    <a:pt x="12" y="3763"/>
                    <a:pt x="12" y="3823"/>
                    <a:pt x="12" y="3894"/>
                  </a:cubicBezTo>
                  <a:cubicBezTo>
                    <a:pt x="12" y="3954"/>
                    <a:pt x="12" y="4025"/>
                    <a:pt x="12" y="4085"/>
                  </a:cubicBezTo>
                  <a:cubicBezTo>
                    <a:pt x="12" y="4156"/>
                    <a:pt x="12" y="4215"/>
                    <a:pt x="12" y="4275"/>
                  </a:cubicBezTo>
                  <a:cubicBezTo>
                    <a:pt x="12" y="4346"/>
                    <a:pt x="12" y="4406"/>
                    <a:pt x="12" y="4477"/>
                  </a:cubicBezTo>
                  <a:cubicBezTo>
                    <a:pt x="12" y="4537"/>
                    <a:pt x="12" y="4608"/>
                    <a:pt x="12" y="4668"/>
                  </a:cubicBezTo>
                  <a:cubicBezTo>
                    <a:pt x="12" y="4739"/>
                    <a:pt x="12" y="4799"/>
                    <a:pt x="12" y="4858"/>
                  </a:cubicBezTo>
                  <a:cubicBezTo>
                    <a:pt x="12" y="4930"/>
                    <a:pt x="12" y="4989"/>
                    <a:pt x="12" y="5061"/>
                  </a:cubicBezTo>
                  <a:cubicBezTo>
                    <a:pt x="12" y="5120"/>
                    <a:pt x="12" y="5192"/>
                    <a:pt x="12" y="5251"/>
                  </a:cubicBezTo>
                  <a:cubicBezTo>
                    <a:pt x="12" y="5323"/>
                    <a:pt x="12" y="5382"/>
                    <a:pt x="12" y="5442"/>
                  </a:cubicBezTo>
                  <a:cubicBezTo>
                    <a:pt x="12" y="5513"/>
                    <a:pt x="12" y="5573"/>
                    <a:pt x="12" y="5644"/>
                  </a:cubicBezTo>
                  <a:cubicBezTo>
                    <a:pt x="12" y="5704"/>
                    <a:pt x="12" y="5775"/>
                    <a:pt x="12" y="5835"/>
                  </a:cubicBezTo>
                  <a:cubicBezTo>
                    <a:pt x="12" y="5906"/>
                    <a:pt x="12" y="5966"/>
                    <a:pt x="12" y="6025"/>
                  </a:cubicBezTo>
                  <a:cubicBezTo>
                    <a:pt x="12" y="6097"/>
                    <a:pt x="12" y="6156"/>
                    <a:pt x="12" y="6228"/>
                  </a:cubicBezTo>
                  <a:cubicBezTo>
                    <a:pt x="12" y="6287"/>
                    <a:pt x="12" y="6359"/>
                    <a:pt x="12" y="6418"/>
                  </a:cubicBezTo>
                  <a:cubicBezTo>
                    <a:pt x="12" y="6490"/>
                    <a:pt x="12" y="6549"/>
                    <a:pt x="12" y="6609"/>
                  </a:cubicBezTo>
                  <a:cubicBezTo>
                    <a:pt x="12" y="6680"/>
                    <a:pt x="12" y="6740"/>
                    <a:pt x="12" y="6811"/>
                  </a:cubicBezTo>
                  <a:cubicBezTo>
                    <a:pt x="12" y="6871"/>
                    <a:pt x="12" y="6942"/>
                    <a:pt x="12" y="7002"/>
                  </a:cubicBezTo>
                  <a:cubicBezTo>
                    <a:pt x="12" y="7073"/>
                    <a:pt x="12" y="7132"/>
                    <a:pt x="12" y="7192"/>
                  </a:cubicBezTo>
                  <a:cubicBezTo>
                    <a:pt x="12" y="7263"/>
                    <a:pt x="12" y="7323"/>
                    <a:pt x="12" y="7394"/>
                  </a:cubicBezTo>
                  <a:cubicBezTo>
                    <a:pt x="12" y="7454"/>
                    <a:pt x="12" y="7525"/>
                    <a:pt x="12" y="7585"/>
                  </a:cubicBezTo>
                  <a:cubicBezTo>
                    <a:pt x="12" y="7656"/>
                    <a:pt x="12" y="7716"/>
                    <a:pt x="12" y="7775"/>
                  </a:cubicBezTo>
                  <a:cubicBezTo>
                    <a:pt x="12" y="7847"/>
                    <a:pt x="12" y="7906"/>
                    <a:pt x="12" y="7978"/>
                  </a:cubicBezTo>
                  <a:cubicBezTo>
                    <a:pt x="12" y="8037"/>
                    <a:pt x="12" y="8109"/>
                    <a:pt x="12" y="8168"/>
                  </a:cubicBezTo>
                  <a:cubicBezTo>
                    <a:pt x="12" y="8228"/>
                    <a:pt x="12" y="8299"/>
                    <a:pt x="12" y="8359"/>
                  </a:cubicBezTo>
                  <a:cubicBezTo>
                    <a:pt x="12" y="8430"/>
                    <a:pt x="12" y="8490"/>
                    <a:pt x="12" y="8561"/>
                  </a:cubicBezTo>
                  <a:cubicBezTo>
                    <a:pt x="12" y="8621"/>
                    <a:pt x="12" y="8692"/>
                    <a:pt x="12" y="8752"/>
                  </a:cubicBezTo>
                  <a:cubicBezTo>
                    <a:pt x="12" y="8811"/>
                    <a:pt x="12" y="8883"/>
                    <a:pt x="12" y="8942"/>
                  </a:cubicBezTo>
                  <a:cubicBezTo>
                    <a:pt x="12" y="9014"/>
                    <a:pt x="12" y="9073"/>
                    <a:pt x="12" y="9145"/>
                  </a:cubicBezTo>
                  <a:cubicBezTo>
                    <a:pt x="12" y="9204"/>
                    <a:pt x="12" y="9276"/>
                    <a:pt x="12" y="9335"/>
                  </a:cubicBezTo>
                  <a:cubicBezTo>
                    <a:pt x="12" y="9395"/>
                    <a:pt x="12" y="9466"/>
                    <a:pt x="12" y="9526"/>
                  </a:cubicBezTo>
                  <a:cubicBezTo>
                    <a:pt x="12" y="9597"/>
                    <a:pt x="12" y="9657"/>
                    <a:pt x="12" y="9728"/>
                  </a:cubicBezTo>
                  <a:cubicBezTo>
                    <a:pt x="12" y="9788"/>
                    <a:pt x="12" y="9859"/>
                    <a:pt x="12" y="9919"/>
                  </a:cubicBezTo>
                  <a:cubicBezTo>
                    <a:pt x="12" y="9978"/>
                    <a:pt x="12" y="10050"/>
                    <a:pt x="12" y="10109"/>
                  </a:cubicBezTo>
                  <a:cubicBezTo>
                    <a:pt x="12" y="10180"/>
                    <a:pt x="12" y="10240"/>
                    <a:pt x="12" y="10311"/>
                  </a:cubicBezTo>
                  <a:cubicBezTo>
                    <a:pt x="12" y="10371"/>
                    <a:pt x="12" y="10442"/>
                    <a:pt x="12" y="10502"/>
                  </a:cubicBezTo>
                  <a:cubicBezTo>
                    <a:pt x="12" y="10561"/>
                    <a:pt x="12" y="10633"/>
                    <a:pt x="12" y="10692"/>
                  </a:cubicBezTo>
                  <a:cubicBezTo>
                    <a:pt x="12" y="10764"/>
                    <a:pt x="12" y="10823"/>
                    <a:pt x="12" y="10895"/>
                  </a:cubicBezTo>
                  <a:cubicBezTo>
                    <a:pt x="12" y="10954"/>
                    <a:pt x="12" y="11026"/>
                    <a:pt x="12" y="11085"/>
                  </a:cubicBezTo>
                  <a:cubicBezTo>
                    <a:pt x="12" y="11145"/>
                    <a:pt x="12" y="11216"/>
                    <a:pt x="12" y="11276"/>
                  </a:cubicBezTo>
                  <a:cubicBezTo>
                    <a:pt x="12" y="11347"/>
                    <a:pt x="12" y="11407"/>
                    <a:pt x="12" y="11478"/>
                  </a:cubicBezTo>
                  <a:cubicBezTo>
                    <a:pt x="12" y="11538"/>
                    <a:pt x="12" y="11609"/>
                    <a:pt x="12" y="11669"/>
                  </a:cubicBezTo>
                  <a:cubicBezTo>
                    <a:pt x="12" y="11728"/>
                    <a:pt x="12" y="11800"/>
                    <a:pt x="12" y="11859"/>
                  </a:cubicBezTo>
                  <a:cubicBezTo>
                    <a:pt x="12" y="11931"/>
                    <a:pt x="12" y="11990"/>
                    <a:pt x="12" y="12062"/>
                  </a:cubicBezTo>
                  <a:cubicBezTo>
                    <a:pt x="12" y="12121"/>
                    <a:pt x="12" y="12193"/>
                    <a:pt x="12" y="12252"/>
                  </a:cubicBezTo>
                  <a:cubicBezTo>
                    <a:pt x="12" y="12312"/>
                    <a:pt x="12" y="12383"/>
                    <a:pt x="12" y="12443"/>
                  </a:cubicBezTo>
                  <a:cubicBezTo>
                    <a:pt x="12" y="12514"/>
                    <a:pt x="12" y="12574"/>
                    <a:pt x="12" y="12645"/>
                  </a:cubicBezTo>
                  <a:cubicBezTo>
                    <a:pt x="12" y="12705"/>
                    <a:pt x="12" y="12776"/>
                    <a:pt x="12" y="12836"/>
                  </a:cubicBezTo>
                  <a:cubicBezTo>
                    <a:pt x="12" y="12895"/>
                    <a:pt x="12" y="12967"/>
                    <a:pt x="12" y="13026"/>
                  </a:cubicBezTo>
                  <a:cubicBezTo>
                    <a:pt x="12" y="13098"/>
                    <a:pt x="12" y="13157"/>
                    <a:pt x="12" y="13228"/>
                  </a:cubicBezTo>
                  <a:cubicBezTo>
                    <a:pt x="12" y="13288"/>
                    <a:pt x="12" y="13359"/>
                    <a:pt x="12" y="13419"/>
                  </a:cubicBezTo>
                  <a:cubicBezTo>
                    <a:pt x="12" y="13479"/>
                    <a:pt x="12" y="13550"/>
                    <a:pt x="12" y="13609"/>
                  </a:cubicBezTo>
                  <a:cubicBezTo>
                    <a:pt x="12" y="13681"/>
                    <a:pt x="12" y="13740"/>
                    <a:pt x="12" y="13812"/>
                  </a:cubicBezTo>
                  <a:cubicBezTo>
                    <a:pt x="12" y="13871"/>
                    <a:pt x="12" y="13943"/>
                    <a:pt x="12" y="14002"/>
                  </a:cubicBezTo>
                  <a:cubicBezTo>
                    <a:pt x="12" y="14062"/>
                    <a:pt x="12" y="14133"/>
                    <a:pt x="12" y="14193"/>
                  </a:cubicBezTo>
                  <a:cubicBezTo>
                    <a:pt x="12" y="14264"/>
                    <a:pt x="12" y="14324"/>
                    <a:pt x="12" y="14395"/>
                  </a:cubicBezTo>
                  <a:cubicBezTo>
                    <a:pt x="12" y="14455"/>
                    <a:pt x="12" y="14526"/>
                    <a:pt x="12" y="14586"/>
                  </a:cubicBezTo>
                  <a:cubicBezTo>
                    <a:pt x="12" y="14645"/>
                    <a:pt x="12" y="14717"/>
                    <a:pt x="12" y="14776"/>
                  </a:cubicBezTo>
                  <a:cubicBezTo>
                    <a:pt x="12" y="14848"/>
                    <a:pt x="12" y="14907"/>
                    <a:pt x="12" y="14979"/>
                  </a:cubicBezTo>
                  <a:cubicBezTo>
                    <a:pt x="12" y="15038"/>
                    <a:pt x="12" y="15110"/>
                    <a:pt x="12" y="15169"/>
                  </a:cubicBezTo>
                  <a:cubicBezTo>
                    <a:pt x="12" y="15229"/>
                    <a:pt x="12" y="15300"/>
                    <a:pt x="12" y="15360"/>
                  </a:cubicBezTo>
                  <a:cubicBezTo>
                    <a:pt x="12" y="15431"/>
                    <a:pt x="12" y="15491"/>
                    <a:pt x="12" y="15562"/>
                  </a:cubicBezTo>
                  <a:cubicBezTo>
                    <a:pt x="12" y="15622"/>
                    <a:pt x="12" y="15693"/>
                    <a:pt x="12" y="15753"/>
                  </a:cubicBezTo>
                  <a:cubicBezTo>
                    <a:pt x="12" y="15812"/>
                    <a:pt x="12" y="15884"/>
                    <a:pt x="12" y="15943"/>
                  </a:cubicBezTo>
                  <a:cubicBezTo>
                    <a:pt x="12" y="16015"/>
                    <a:pt x="12" y="16074"/>
                    <a:pt x="12" y="16146"/>
                  </a:cubicBezTo>
                  <a:cubicBezTo>
                    <a:pt x="12" y="16205"/>
                    <a:pt x="12" y="16276"/>
                    <a:pt x="12" y="16336"/>
                  </a:cubicBezTo>
                  <a:cubicBezTo>
                    <a:pt x="12" y="16396"/>
                    <a:pt x="12" y="16467"/>
                    <a:pt x="12" y="16527"/>
                  </a:cubicBezTo>
                  <a:cubicBezTo>
                    <a:pt x="12" y="16598"/>
                    <a:pt x="12" y="16657"/>
                    <a:pt x="12" y="16729"/>
                  </a:cubicBezTo>
                  <a:cubicBezTo>
                    <a:pt x="12" y="16788"/>
                    <a:pt x="12" y="16860"/>
                    <a:pt x="12" y="16919"/>
                  </a:cubicBezTo>
                  <a:cubicBezTo>
                    <a:pt x="12" y="16979"/>
                    <a:pt x="12" y="17050"/>
                    <a:pt x="12" y="17110"/>
                  </a:cubicBezTo>
                  <a:cubicBezTo>
                    <a:pt x="12" y="17181"/>
                    <a:pt x="12" y="17241"/>
                    <a:pt x="12" y="17312"/>
                  </a:cubicBezTo>
                  <a:cubicBezTo>
                    <a:pt x="12" y="17372"/>
                    <a:pt x="12" y="17443"/>
                    <a:pt x="12" y="17503"/>
                  </a:cubicBezTo>
                  <a:cubicBezTo>
                    <a:pt x="12" y="17562"/>
                    <a:pt x="12" y="17634"/>
                    <a:pt x="12" y="17693"/>
                  </a:cubicBezTo>
                  <a:cubicBezTo>
                    <a:pt x="12" y="17765"/>
                    <a:pt x="12" y="17824"/>
                    <a:pt x="12" y="17896"/>
                  </a:cubicBezTo>
                  <a:cubicBezTo>
                    <a:pt x="12" y="17955"/>
                    <a:pt x="12" y="18015"/>
                    <a:pt x="12" y="18086"/>
                  </a:cubicBezTo>
                  <a:cubicBezTo>
                    <a:pt x="12" y="18146"/>
                    <a:pt x="12" y="18217"/>
                    <a:pt x="12" y="18277"/>
                  </a:cubicBezTo>
                  <a:cubicBezTo>
                    <a:pt x="12" y="18348"/>
                    <a:pt x="12" y="18408"/>
                    <a:pt x="12" y="18479"/>
                  </a:cubicBezTo>
                  <a:cubicBezTo>
                    <a:pt x="12" y="18539"/>
                    <a:pt x="12" y="18598"/>
                    <a:pt x="12" y="18670"/>
                  </a:cubicBezTo>
                  <a:cubicBezTo>
                    <a:pt x="12" y="18729"/>
                    <a:pt x="12" y="18801"/>
                    <a:pt x="12" y="18860"/>
                  </a:cubicBezTo>
                  <a:cubicBezTo>
                    <a:pt x="12" y="18932"/>
                    <a:pt x="12" y="18991"/>
                    <a:pt x="12" y="19063"/>
                  </a:cubicBezTo>
                  <a:cubicBezTo>
                    <a:pt x="12" y="19122"/>
                    <a:pt x="12" y="19182"/>
                    <a:pt x="12" y="19253"/>
                  </a:cubicBezTo>
                  <a:cubicBezTo>
                    <a:pt x="12" y="19313"/>
                    <a:pt x="12" y="19384"/>
                    <a:pt x="12" y="19444"/>
                  </a:cubicBezTo>
                  <a:cubicBezTo>
                    <a:pt x="12" y="19515"/>
                    <a:pt x="12" y="19575"/>
                    <a:pt x="12" y="19646"/>
                  </a:cubicBezTo>
                  <a:cubicBezTo>
                    <a:pt x="12" y="19705"/>
                    <a:pt x="12" y="19765"/>
                    <a:pt x="12" y="19836"/>
                  </a:cubicBezTo>
                  <a:cubicBezTo>
                    <a:pt x="12" y="19896"/>
                    <a:pt x="12" y="19967"/>
                    <a:pt x="12" y="20027"/>
                  </a:cubicBezTo>
                  <a:cubicBezTo>
                    <a:pt x="12" y="20098"/>
                    <a:pt x="12" y="20158"/>
                    <a:pt x="12" y="20229"/>
                  </a:cubicBezTo>
                  <a:cubicBezTo>
                    <a:pt x="12" y="20289"/>
                    <a:pt x="12" y="20348"/>
                    <a:pt x="12" y="20420"/>
                  </a:cubicBezTo>
                  <a:cubicBezTo>
                    <a:pt x="12" y="20479"/>
                    <a:pt x="12" y="20551"/>
                    <a:pt x="12" y="20610"/>
                  </a:cubicBezTo>
                  <a:cubicBezTo>
                    <a:pt x="12" y="20682"/>
                    <a:pt x="12" y="20741"/>
                    <a:pt x="12" y="20813"/>
                  </a:cubicBezTo>
                  <a:cubicBezTo>
                    <a:pt x="12" y="20872"/>
                    <a:pt x="12" y="20932"/>
                    <a:pt x="12" y="21003"/>
                  </a:cubicBezTo>
                  <a:cubicBezTo>
                    <a:pt x="12" y="21063"/>
                    <a:pt x="12" y="21134"/>
                    <a:pt x="12" y="21194"/>
                  </a:cubicBezTo>
                  <a:cubicBezTo>
                    <a:pt x="12" y="21265"/>
                    <a:pt x="12" y="21325"/>
                    <a:pt x="12" y="21396"/>
                  </a:cubicBezTo>
                  <a:cubicBezTo>
                    <a:pt x="12" y="21456"/>
                    <a:pt x="12" y="21515"/>
                    <a:pt x="12" y="21587"/>
                  </a:cubicBezTo>
                  <a:cubicBezTo>
                    <a:pt x="0" y="22515"/>
                    <a:pt x="500" y="23373"/>
                    <a:pt x="1310" y="23837"/>
                  </a:cubicBezTo>
                  <a:lnTo>
                    <a:pt x="36612" y="44208"/>
                  </a:lnTo>
                  <a:cubicBezTo>
                    <a:pt x="37416" y="44679"/>
                    <a:pt x="38315" y="44914"/>
                    <a:pt x="39215" y="44914"/>
                  </a:cubicBezTo>
                  <a:cubicBezTo>
                    <a:pt x="40115" y="44914"/>
                    <a:pt x="41017" y="44679"/>
                    <a:pt x="41827" y="44208"/>
                  </a:cubicBezTo>
                  <a:lnTo>
                    <a:pt x="77129" y="23837"/>
                  </a:lnTo>
                  <a:cubicBezTo>
                    <a:pt x="77939" y="23373"/>
                    <a:pt x="78439" y="22515"/>
                    <a:pt x="78427" y="21587"/>
                  </a:cubicBezTo>
                  <a:lnTo>
                    <a:pt x="78427" y="21384"/>
                  </a:lnTo>
                  <a:lnTo>
                    <a:pt x="78427" y="21194"/>
                  </a:lnTo>
                  <a:lnTo>
                    <a:pt x="78427" y="21003"/>
                  </a:lnTo>
                  <a:lnTo>
                    <a:pt x="78427" y="20801"/>
                  </a:lnTo>
                  <a:lnTo>
                    <a:pt x="78427" y="20610"/>
                  </a:lnTo>
                  <a:lnTo>
                    <a:pt x="78427" y="20420"/>
                  </a:lnTo>
                  <a:lnTo>
                    <a:pt x="78427" y="20217"/>
                  </a:lnTo>
                  <a:lnTo>
                    <a:pt x="78427" y="20027"/>
                  </a:lnTo>
                  <a:lnTo>
                    <a:pt x="78427" y="19836"/>
                  </a:lnTo>
                  <a:lnTo>
                    <a:pt x="78427" y="19634"/>
                  </a:lnTo>
                  <a:lnTo>
                    <a:pt x="78427" y="19444"/>
                  </a:lnTo>
                  <a:lnTo>
                    <a:pt x="78427" y="19253"/>
                  </a:lnTo>
                  <a:lnTo>
                    <a:pt x="78427" y="19051"/>
                  </a:lnTo>
                  <a:lnTo>
                    <a:pt x="78427" y="18860"/>
                  </a:lnTo>
                  <a:lnTo>
                    <a:pt x="78427" y="18670"/>
                  </a:lnTo>
                  <a:lnTo>
                    <a:pt x="78427" y="18467"/>
                  </a:lnTo>
                  <a:lnTo>
                    <a:pt x="78427" y="18277"/>
                  </a:lnTo>
                  <a:lnTo>
                    <a:pt x="78427" y="18086"/>
                  </a:lnTo>
                  <a:lnTo>
                    <a:pt x="78427" y="17884"/>
                  </a:lnTo>
                  <a:lnTo>
                    <a:pt x="78427" y="17693"/>
                  </a:lnTo>
                  <a:lnTo>
                    <a:pt x="78427" y="17503"/>
                  </a:lnTo>
                  <a:lnTo>
                    <a:pt x="78427" y="17300"/>
                  </a:lnTo>
                  <a:lnTo>
                    <a:pt x="78427" y="17110"/>
                  </a:lnTo>
                  <a:lnTo>
                    <a:pt x="78427" y="16919"/>
                  </a:lnTo>
                  <a:lnTo>
                    <a:pt x="78427" y="16717"/>
                  </a:lnTo>
                  <a:lnTo>
                    <a:pt x="78427" y="16527"/>
                  </a:lnTo>
                  <a:lnTo>
                    <a:pt x="78427" y="16336"/>
                  </a:lnTo>
                  <a:lnTo>
                    <a:pt x="78427" y="16146"/>
                  </a:lnTo>
                  <a:lnTo>
                    <a:pt x="78427" y="15943"/>
                  </a:lnTo>
                  <a:lnTo>
                    <a:pt x="78427" y="15753"/>
                  </a:lnTo>
                  <a:lnTo>
                    <a:pt x="78427" y="15562"/>
                  </a:lnTo>
                  <a:lnTo>
                    <a:pt x="78427" y="15360"/>
                  </a:lnTo>
                  <a:lnTo>
                    <a:pt x="78427" y="15169"/>
                  </a:lnTo>
                  <a:lnTo>
                    <a:pt x="78427" y="14979"/>
                  </a:lnTo>
                  <a:lnTo>
                    <a:pt x="78427" y="14776"/>
                  </a:lnTo>
                  <a:lnTo>
                    <a:pt x="78427" y="14586"/>
                  </a:lnTo>
                  <a:lnTo>
                    <a:pt x="78427" y="14395"/>
                  </a:lnTo>
                  <a:lnTo>
                    <a:pt x="78427" y="14193"/>
                  </a:lnTo>
                  <a:lnTo>
                    <a:pt x="78427" y="14002"/>
                  </a:lnTo>
                  <a:lnTo>
                    <a:pt x="78427" y="13812"/>
                  </a:lnTo>
                  <a:lnTo>
                    <a:pt x="78427" y="13609"/>
                  </a:lnTo>
                  <a:lnTo>
                    <a:pt x="78427" y="13419"/>
                  </a:lnTo>
                  <a:lnTo>
                    <a:pt x="78427" y="13228"/>
                  </a:lnTo>
                  <a:lnTo>
                    <a:pt x="78427" y="13026"/>
                  </a:lnTo>
                  <a:lnTo>
                    <a:pt x="78427" y="12836"/>
                  </a:lnTo>
                  <a:lnTo>
                    <a:pt x="78427" y="12645"/>
                  </a:lnTo>
                  <a:lnTo>
                    <a:pt x="78427" y="12443"/>
                  </a:lnTo>
                  <a:lnTo>
                    <a:pt x="78427" y="12252"/>
                  </a:lnTo>
                  <a:lnTo>
                    <a:pt x="78427" y="12062"/>
                  </a:lnTo>
                  <a:lnTo>
                    <a:pt x="78427" y="11859"/>
                  </a:lnTo>
                  <a:lnTo>
                    <a:pt x="78427" y="11669"/>
                  </a:lnTo>
                  <a:lnTo>
                    <a:pt x="78427" y="11478"/>
                  </a:lnTo>
                  <a:lnTo>
                    <a:pt x="78427" y="11276"/>
                  </a:lnTo>
                  <a:lnTo>
                    <a:pt x="78427" y="11085"/>
                  </a:lnTo>
                  <a:lnTo>
                    <a:pt x="78427" y="10895"/>
                  </a:lnTo>
                  <a:lnTo>
                    <a:pt x="78427" y="10692"/>
                  </a:lnTo>
                  <a:lnTo>
                    <a:pt x="78427" y="10502"/>
                  </a:lnTo>
                  <a:lnTo>
                    <a:pt x="78427" y="10311"/>
                  </a:lnTo>
                  <a:lnTo>
                    <a:pt x="78427" y="10109"/>
                  </a:lnTo>
                  <a:lnTo>
                    <a:pt x="78427" y="9919"/>
                  </a:lnTo>
                  <a:lnTo>
                    <a:pt x="78427" y="9728"/>
                  </a:lnTo>
                  <a:lnTo>
                    <a:pt x="78427" y="9526"/>
                  </a:lnTo>
                  <a:lnTo>
                    <a:pt x="78427" y="9335"/>
                  </a:lnTo>
                  <a:lnTo>
                    <a:pt x="78427" y="9145"/>
                  </a:lnTo>
                  <a:lnTo>
                    <a:pt x="78427" y="8942"/>
                  </a:lnTo>
                  <a:lnTo>
                    <a:pt x="78427" y="8752"/>
                  </a:lnTo>
                  <a:lnTo>
                    <a:pt x="78427" y="8561"/>
                  </a:lnTo>
                  <a:lnTo>
                    <a:pt x="78427" y="8359"/>
                  </a:lnTo>
                  <a:lnTo>
                    <a:pt x="78427" y="8168"/>
                  </a:lnTo>
                  <a:lnTo>
                    <a:pt x="78427" y="7978"/>
                  </a:lnTo>
                  <a:lnTo>
                    <a:pt x="78427" y="7775"/>
                  </a:lnTo>
                  <a:lnTo>
                    <a:pt x="78427" y="7585"/>
                  </a:lnTo>
                  <a:lnTo>
                    <a:pt x="78427" y="7394"/>
                  </a:lnTo>
                  <a:lnTo>
                    <a:pt x="78427" y="7192"/>
                  </a:lnTo>
                  <a:lnTo>
                    <a:pt x="78427" y="7002"/>
                  </a:lnTo>
                  <a:lnTo>
                    <a:pt x="78427" y="6811"/>
                  </a:lnTo>
                  <a:lnTo>
                    <a:pt x="78427" y="6609"/>
                  </a:lnTo>
                  <a:lnTo>
                    <a:pt x="78427" y="6418"/>
                  </a:lnTo>
                  <a:lnTo>
                    <a:pt x="78427" y="6228"/>
                  </a:lnTo>
                  <a:lnTo>
                    <a:pt x="78427" y="6025"/>
                  </a:lnTo>
                  <a:lnTo>
                    <a:pt x="78427" y="5835"/>
                  </a:lnTo>
                  <a:lnTo>
                    <a:pt x="78427" y="5644"/>
                  </a:lnTo>
                  <a:lnTo>
                    <a:pt x="78427" y="5442"/>
                  </a:lnTo>
                  <a:lnTo>
                    <a:pt x="78427" y="5251"/>
                  </a:lnTo>
                  <a:lnTo>
                    <a:pt x="78427" y="5061"/>
                  </a:lnTo>
                  <a:lnTo>
                    <a:pt x="78427" y="4858"/>
                  </a:lnTo>
                  <a:lnTo>
                    <a:pt x="78427" y="4668"/>
                  </a:lnTo>
                  <a:lnTo>
                    <a:pt x="78427" y="4477"/>
                  </a:lnTo>
                  <a:lnTo>
                    <a:pt x="78427" y="4275"/>
                  </a:lnTo>
                  <a:lnTo>
                    <a:pt x="78427" y="4085"/>
                  </a:lnTo>
                  <a:lnTo>
                    <a:pt x="78427" y="3894"/>
                  </a:lnTo>
                  <a:lnTo>
                    <a:pt x="78427" y="3692"/>
                  </a:lnTo>
                  <a:lnTo>
                    <a:pt x="78427" y="3501"/>
                  </a:lnTo>
                  <a:lnTo>
                    <a:pt x="78427" y="3311"/>
                  </a:lnTo>
                  <a:lnTo>
                    <a:pt x="78427" y="3108"/>
                  </a:lnTo>
                  <a:lnTo>
                    <a:pt x="78427" y="2918"/>
                  </a:lnTo>
                  <a:lnTo>
                    <a:pt x="78427" y="2727"/>
                  </a:lnTo>
                  <a:lnTo>
                    <a:pt x="78427" y="2525"/>
                  </a:lnTo>
                  <a:lnTo>
                    <a:pt x="78427" y="2334"/>
                  </a:lnTo>
                  <a:lnTo>
                    <a:pt x="78427" y="2144"/>
                  </a:lnTo>
                  <a:lnTo>
                    <a:pt x="78427" y="1941"/>
                  </a:lnTo>
                  <a:lnTo>
                    <a:pt x="78427" y="1751"/>
                  </a:lnTo>
                  <a:lnTo>
                    <a:pt x="78427" y="1560"/>
                  </a:lnTo>
                  <a:lnTo>
                    <a:pt x="78427" y="1358"/>
                  </a:lnTo>
                  <a:lnTo>
                    <a:pt x="78427" y="1167"/>
                  </a:lnTo>
                  <a:lnTo>
                    <a:pt x="78427" y="977"/>
                  </a:lnTo>
                  <a:lnTo>
                    <a:pt x="78427" y="775"/>
                  </a:lnTo>
                  <a:lnTo>
                    <a:pt x="78427" y="584"/>
                  </a:lnTo>
                  <a:lnTo>
                    <a:pt x="78427" y="394"/>
                  </a:lnTo>
                  <a:lnTo>
                    <a:pt x="78427" y="191"/>
                  </a:lnTo>
                  <a:lnTo>
                    <a:pt x="78427" y="1"/>
                  </a:lnTo>
                  <a:lnTo>
                    <a:pt x="78212" y="1"/>
                  </a:lnTo>
                  <a:cubicBezTo>
                    <a:pt x="78224" y="858"/>
                    <a:pt x="77760" y="1644"/>
                    <a:pt x="77022" y="2072"/>
                  </a:cubicBezTo>
                  <a:lnTo>
                    <a:pt x="41720" y="22444"/>
                  </a:lnTo>
                  <a:cubicBezTo>
                    <a:pt x="40946" y="22890"/>
                    <a:pt x="40083" y="23114"/>
                    <a:pt x="39218" y="23114"/>
                  </a:cubicBezTo>
                  <a:cubicBezTo>
                    <a:pt x="38353" y="23114"/>
                    <a:pt x="37487" y="22890"/>
                    <a:pt x="36707" y="22444"/>
                  </a:cubicBezTo>
                  <a:lnTo>
                    <a:pt x="1417" y="2072"/>
                  </a:lnTo>
                  <a:cubicBezTo>
                    <a:pt x="667" y="1644"/>
                    <a:pt x="215" y="858"/>
                    <a:pt x="226" y="1"/>
                  </a:cubicBezTo>
                  <a:close/>
                </a:path>
              </a:pathLst>
            </a:custGeom>
            <a:gradFill>
              <a:gsLst>
                <a:gs pos="0">
                  <a:srgbClr val="A0FDF1">
                    <a:alpha val="41568"/>
                    <a:alpha val="41520"/>
                  </a:srgbClr>
                </a:gs>
                <a:gs pos="100000">
                  <a:srgbClr val="FFFFFF">
                    <a:alpha val="37254"/>
                    <a:alpha val="4152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5553063" y="1487604"/>
              <a:ext cx="1981525" cy="1164300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rgbClr val="A0FDF1">
                <a:alpha val="4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" name="Google Shape;174;p15"/>
          <p:cNvSpPr/>
          <p:nvPr/>
        </p:nvSpPr>
        <p:spPr>
          <a:xfrm>
            <a:off x="5663900" y="1715825"/>
            <a:ext cx="216600" cy="216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5801975" y="1438775"/>
            <a:ext cx="162600" cy="162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6052475" y="1505825"/>
            <a:ext cx="183600" cy="183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6097900" y="1230450"/>
            <a:ext cx="148500" cy="148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6332400" y="1327775"/>
            <a:ext cx="125100" cy="125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6590925" y="1488450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6590925" y="1267775"/>
            <a:ext cx="100800" cy="1008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6825325" y="1438775"/>
            <a:ext cx="82200" cy="82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6945450" y="1601375"/>
            <a:ext cx="70500" cy="70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132575" y="16186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7213125" y="1776250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7341050" y="1797575"/>
            <a:ext cx="53100" cy="531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514800" y="2900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Introducci</a:t>
            </a:r>
            <a:r>
              <a:rPr lang="es-SV" dirty="0"/>
              <a:t>ón</a:t>
            </a:r>
            <a:endParaRPr dirty="0"/>
          </a:p>
        </p:txBody>
      </p:sp>
      <p:grpSp>
        <p:nvGrpSpPr>
          <p:cNvPr id="191" name="Google Shape;191;p16"/>
          <p:cNvGrpSpPr/>
          <p:nvPr/>
        </p:nvGrpSpPr>
        <p:grpSpPr>
          <a:xfrm>
            <a:off x="828900" y="2218120"/>
            <a:ext cx="4067675" cy="2258780"/>
            <a:chOff x="828900" y="2218120"/>
            <a:chExt cx="4067675" cy="2258780"/>
          </a:xfrm>
        </p:grpSpPr>
        <p:grpSp>
          <p:nvGrpSpPr>
            <p:cNvPr id="192" name="Google Shape;192;p16"/>
            <p:cNvGrpSpPr/>
            <p:nvPr/>
          </p:nvGrpSpPr>
          <p:grpSpPr>
            <a:xfrm>
              <a:off x="1919100" y="3439750"/>
              <a:ext cx="2977475" cy="1037150"/>
              <a:chOff x="1919100" y="3439750"/>
              <a:chExt cx="2977475" cy="1037150"/>
            </a:xfrm>
          </p:grpSpPr>
          <p:sp>
            <p:nvSpPr>
              <p:cNvPr id="193" name="Google Shape;193;p16"/>
              <p:cNvSpPr/>
              <p:nvPr/>
            </p:nvSpPr>
            <p:spPr>
              <a:xfrm>
                <a:off x="1919100" y="3439750"/>
                <a:ext cx="2977475" cy="1037150"/>
              </a:xfrm>
              <a:custGeom>
                <a:avLst/>
                <a:gdLst/>
                <a:ahLst/>
                <a:cxnLst/>
                <a:rect l="l" t="t" r="r" b="b"/>
                <a:pathLst>
                  <a:path w="119099" h="41486" extrusionOk="0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SV"/>
              </a:p>
            </p:txBody>
          </p:sp>
          <p:sp>
            <p:nvSpPr>
              <p:cNvPr id="194" name="Google Shape;194;p16"/>
              <p:cNvSpPr/>
              <p:nvPr/>
            </p:nvSpPr>
            <p:spPr>
              <a:xfrm>
                <a:off x="1919100" y="3439750"/>
                <a:ext cx="2977475" cy="1037150"/>
              </a:xfrm>
              <a:custGeom>
                <a:avLst/>
                <a:gdLst/>
                <a:ahLst/>
                <a:cxnLst/>
                <a:rect l="l" t="t" r="r" b="b"/>
                <a:pathLst>
                  <a:path w="119099" h="41486" extrusionOk="0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SV"/>
              </a:p>
            </p:txBody>
          </p:sp>
        </p:grpSp>
        <p:sp>
          <p:nvSpPr>
            <p:cNvPr id="197" name="Google Shape;197;p16"/>
            <p:cNvSpPr txBox="1"/>
            <p:nvPr/>
          </p:nvSpPr>
          <p:spPr>
            <a:xfrm>
              <a:off x="828900" y="2218120"/>
              <a:ext cx="2180400" cy="9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Este proyecto busca automatizar el proceso de respaldo de una base de datos específica hacia un dispositivo NAS.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4241764" y="2304034"/>
            <a:ext cx="4062825" cy="2172866"/>
            <a:chOff x="4241764" y="2304034"/>
            <a:chExt cx="4062825" cy="2172866"/>
          </a:xfrm>
        </p:grpSpPr>
        <p:grpSp>
          <p:nvGrpSpPr>
            <p:cNvPr id="199" name="Google Shape;199;p16"/>
            <p:cNvGrpSpPr/>
            <p:nvPr/>
          </p:nvGrpSpPr>
          <p:grpSpPr>
            <a:xfrm>
              <a:off x="4241764" y="3439750"/>
              <a:ext cx="2977475" cy="1037150"/>
              <a:chOff x="4241764" y="3439750"/>
              <a:chExt cx="2977475" cy="1037150"/>
            </a:xfrm>
          </p:grpSpPr>
          <p:sp>
            <p:nvSpPr>
              <p:cNvPr id="200" name="Google Shape;200;p16"/>
              <p:cNvSpPr/>
              <p:nvPr/>
            </p:nvSpPr>
            <p:spPr>
              <a:xfrm flipH="1">
                <a:off x="4241764" y="3439750"/>
                <a:ext cx="2977475" cy="1037150"/>
              </a:xfrm>
              <a:custGeom>
                <a:avLst/>
                <a:gdLst/>
                <a:ahLst/>
                <a:cxnLst/>
                <a:rect l="l" t="t" r="r" b="b"/>
                <a:pathLst>
                  <a:path w="119099" h="41486" extrusionOk="0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SV"/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 flipH="1">
                <a:off x="4241764" y="3439750"/>
                <a:ext cx="2977475" cy="1037150"/>
              </a:xfrm>
              <a:custGeom>
                <a:avLst/>
                <a:gdLst/>
                <a:ahLst/>
                <a:cxnLst/>
                <a:rect l="l" t="t" r="r" b="b"/>
                <a:pathLst>
                  <a:path w="119099" h="41486" extrusionOk="0">
                    <a:moveTo>
                      <a:pt x="119099" y="0"/>
                    </a:moveTo>
                    <a:lnTo>
                      <a:pt x="45721" y="41486"/>
                    </a:lnTo>
                    <a:lnTo>
                      <a:pt x="1" y="41486"/>
                    </a:lnTo>
                    <a:lnTo>
                      <a:pt x="0" y="1263"/>
                    </a:lnTo>
                  </a:path>
                </a:pathLst>
              </a:cu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SV"/>
              </a:p>
            </p:txBody>
          </p:sp>
        </p:grpSp>
        <p:sp>
          <p:nvSpPr>
            <p:cNvPr id="204" name="Google Shape;204;p16"/>
            <p:cNvSpPr txBox="1"/>
            <p:nvPr/>
          </p:nvSpPr>
          <p:spPr>
            <a:xfrm>
              <a:off x="6124189" y="2304034"/>
              <a:ext cx="2180400" cy="9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 incluirá un sistema de usuarios para administrar los accesos y garantizar la seguridad.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3478424" y="1308364"/>
            <a:ext cx="2187185" cy="2942536"/>
            <a:chOff x="3478424" y="1308364"/>
            <a:chExt cx="2187185" cy="2942536"/>
          </a:xfrm>
        </p:grpSpPr>
        <p:sp>
          <p:nvSpPr>
            <p:cNvPr id="206" name="Google Shape;206;p16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6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6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6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6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6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" name="Google Shape;249;p16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250" name="Google Shape;250;p16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252;p16"/>
          <p:cNvSpPr/>
          <p:nvPr/>
        </p:nvSpPr>
        <p:spPr>
          <a:xfrm>
            <a:off x="1634018" y="1524837"/>
            <a:ext cx="581400" cy="581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6928593" y="1524837"/>
            <a:ext cx="581400" cy="581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16"/>
          <p:cNvGrpSpPr/>
          <p:nvPr/>
        </p:nvGrpSpPr>
        <p:grpSpPr>
          <a:xfrm>
            <a:off x="1748842" y="1632797"/>
            <a:ext cx="359972" cy="365467"/>
            <a:chOff x="-59400775" y="4084200"/>
            <a:chExt cx="311125" cy="315875"/>
          </a:xfrm>
        </p:grpSpPr>
        <p:sp>
          <p:nvSpPr>
            <p:cNvPr id="255" name="Google Shape;255;p16"/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16"/>
          <p:cNvGrpSpPr/>
          <p:nvPr/>
        </p:nvGrpSpPr>
        <p:grpSpPr>
          <a:xfrm>
            <a:off x="7035206" y="1632349"/>
            <a:ext cx="368186" cy="366364"/>
            <a:chOff x="-62151950" y="4111775"/>
            <a:chExt cx="318225" cy="316650"/>
          </a:xfrm>
        </p:grpSpPr>
        <p:sp>
          <p:nvSpPr>
            <p:cNvPr id="262" name="Google Shape;262;p16"/>
            <p:cNvSpPr/>
            <p:nvPr/>
          </p:nvSpPr>
          <p:spPr>
            <a:xfrm>
              <a:off x="-62151950" y="4407925"/>
              <a:ext cx="318225" cy="20500"/>
            </a:xfrm>
            <a:custGeom>
              <a:avLst/>
              <a:gdLst/>
              <a:ahLst/>
              <a:cxnLst/>
              <a:rect l="l" t="t" r="r" b="b"/>
              <a:pathLst>
                <a:path w="1272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-62151950" y="4283475"/>
              <a:ext cx="84300" cy="104000"/>
            </a:xfrm>
            <a:custGeom>
              <a:avLst/>
              <a:gdLst/>
              <a:ahLst/>
              <a:cxnLst/>
              <a:rect l="l" t="t" r="r" b="b"/>
              <a:pathLst>
                <a:path w="3372" h="4160" extrusionOk="0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-62033800" y="4111775"/>
              <a:ext cx="82725" cy="275700"/>
            </a:xfrm>
            <a:custGeom>
              <a:avLst/>
              <a:gdLst/>
              <a:ahLst/>
              <a:cxnLst/>
              <a:rect l="l" t="t" r="r" b="b"/>
              <a:pathLst>
                <a:path w="3309" h="11028" extrusionOk="0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-61916450" y="4200775"/>
              <a:ext cx="82725" cy="186700"/>
            </a:xfrm>
            <a:custGeom>
              <a:avLst/>
              <a:gdLst/>
              <a:ahLst/>
              <a:cxnLst/>
              <a:rect l="l" t="t" r="r" b="b"/>
              <a:pathLst>
                <a:path w="3309" h="7468" extrusionOk="0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35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Objetivos</a:t>
            </a:r>
            <a:endParaRPr dirty="0"/>
          </a:p>
        </p:txBody>
      </p:sp>
      <p:sp>
        <p:nvSpPr>
          <p:cNvPr id="2864" name="Google Shape;2864;p35"/>
          <p:cNvSpPr txBox="1"/>
          <p:nvPr/>
        </p:nvSpPr>
        <p:spPr>
          <a:xfrm>
            <a:off x="1230485" y="1317462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Objetivo</a:t>
            </a:r>
            <a:r>
              <a:rPr lang="en-GB"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 General</a:t>
            </a:r>
            <a:endParaRPr sz="18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865" name="Google Shape;2865;p35"/>
          <p:cNvSpPr txBox="1"/>
          <p:nvPr/>
        </p:nvSpPr>
        <p:spPr>
          <a:xfrm>
            <a:off x="4859473" y="1293214"/>
            <a:ext cx="26448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SV" sz="1800" dirty="0">
                <a:solidFill>
                  <a:schemeClr val="l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Objetivos Específicos</a:t>
            </a:r>
            <a:endParaRPr sz="1800" dirty="0">
              <a:solidFill>
                <a:schemeClr val="l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2868" name="Google Shape;2868;p35"/>
          <p:cNvGrpSpPr/>
          <p:nvPr/>
        </p:nvGrpSpPr>
        <p:grpSpPr>
          <a:xfrm>
            <a:off x="7382173" y="1028856"/>
            <a:ext cx="743643" cy="1000462"/>
            <a:chOff x="3478424" y="1308364"/>
            <a:chExt cx="2187185" cy="2942536"/>
          </a:xfrm>
        </p:grpSpPr>
        <p:sp>
          <p:nvSpPr>
            <p:cNvPr id="2869" name="Google Shape;2869;p35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5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5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5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5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5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5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5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5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5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5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5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5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5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5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5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5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5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5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5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5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5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5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5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5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5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5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5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5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5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5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5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5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5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5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5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5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5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5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5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5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5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5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2" name="Google Shape;2912;p35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2913" name="Google Shape;2913;p35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5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03" name="Google Shape;3103;p35"/>
          <p:cNvGrpSpPr/>
          <p:nvPr/>
        </p:nvGrpSpPr>
        <p:grpSpPr>
          <a:xfrm>
            <a:off x="1018184" y="1069216"/>
            <a:ext cx="743643" cy="1000462"/>
            <a:chOff x="3478424" y="1308364"/>
            <a:chExt cx="2187185" cy="2942536"/>
          </a:xfrm>
        </p:grpSpPr>
        <p:sp>
          <p:nvSpPr>
            <p:cNvPr id="3104" name="Google Shape;3104;p35"/>
            <p:cNvSpPr/>
            <p:nvPr/>
          </p:nvSpPr>
          <p:spPr>
            <a:xfrm>
              <a:off x="3485139" y="2969821"/>
              <a:ext cx="2180470" cy="1281079"/>
            </a:xfrm>
            <a:custGeom>
              <a:avLst/>
              <a:gdLst/>
              <a:ahLst/>
              <a:cxnLst/>
              <a:rect l="l" t="t" r="r" b="b"/>
              <a:pathLst>
                <a:path w="79261" h="46572" extrusionOk="0">
                  <a:moveTo>
                    <a:pt x="39635" y="1"/>
                  </a:moveTo>
                  <a:cubicBezTo>
                    <a:pt x="38749" y="1"/>
                    <a:pt x="37862" y="230"/>
                    <a:pt x="37065" y="688"/>
                  </a:cubicBezTo>
                  <a:lnTo>
                    <a:pt x="1679" y="21119"/>
                  </a:lnTo>
                  <a:cubicBezTo>
                    <a:pt x="1" y="22084"/>
                    <a:pt x="1" y="24489"/>
                    <a:pt x="1679" y="25453"/>
                  </a:cubicBezTo>
                  <a:lnTo>
                    <a:pt x="37065" y="45884"/>
                  </a:lnTo>
                  <a:cubicBezTo>
                    <a:pt x="37862" y="46343"/>
                    <a:pt x="38749" y="46572"/>
                    <a:pt x="39635" y="46572"/>
                  </a:cubicBezTo>
                  <a:cubicBezTo>
                    <a:pt x="40520" y="46572"/>
                    <a:pt x="41405" y="46343"/>
                    <a:pt x="42196" y="45884"/>
                  </a:cubicBezTo>
                  <a:lnTo>
                    <a:pt x="77594" y="25453"/>
                  </a:lnTo>
                  <a:cubicBezTo>
                    <a:pt x="79260" y="24489"/>
                    <a:pt x="79260" y="22084"/>
                    <a:pt x="77594" y="21119"/>
                  </a:cubicBezTo>
                  <a:lnTo>
                    <a:pt x="42196" y="688"/>
                  </a:lnTo>
                  <a:cubicBezTo>
                    <a:pt x="41405" y="230"/>
                    <a:pt x="40520" y="1"/>
                    <a:pt x="39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5"/>
            <p:cNvSpPr/>
            <p:nvPr/>
          </p:nvSpPr>
          <p:spPr>
            <a:xfrm>
              <a:off x="3793045" y="1947520"/>
              <a:ext cx="1550129" cy="2096604"/>
            </a:xfrm>
            <a:custGeom>
              <a:avLst/>
              <a:gdLst/>
              <a:ahLst/>
              <a:cxnLst/>
              <a:rect l="l" t="t" r="r" b="b"/>
              <a:pathLst>
                <a:path w="52721" h="71307" extrusionOk="0">
                  <a:moveTo>
                    <a:pt x="52709" y="0"/>
                  </a:moveTo>
                  <a:lnTo>
                    <a:pt x="0" y="0"/>
                  </a:lnTo>
                  <a:lnTo>
                    <a:pt x="0" y="55495"/>
                  </a:lnTo>
                  <a:cubicBezTo>
                    <a:pt x="0" y="56090"/>
                    <a:pt x="321" y="56650"/>
                    <a:pt x="845" y="56948"/>
                  </a:cubicBezTo>
                  <a:lnTo>
                    <a:pt x="24646" y="70699"/>
                  </a:lnTo>
                  <a:cubicBezTo>
                    <a:pt x="25706" y="71306"/>
                    <a:pt x="27027" y="71306"/>
                    <a:pt x="28087" y="70699"/>
                  </a:cubicBezTo>
                  <a:lnTo>
                    <a:pt x="51876" y="56948"/>
                  </a:lnTo>
                  <a:cubicBezTo>
                    <a:pt x="52399" y="56650"/>
                    <a:pt x="52721" y="56090"/>
                    <a:pt x="52721" y="55495"/>
                  </a:cubicBezTo>
                  <a:lnTo>
                    <a:pt x="52721" y="554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5"/>
            <p:cNvSpPr/>
            <p:nvPr/>
          </p:nvSpPr>
          <p:spPr>
            <a:xfrm>
              <a:off x="3784988" y="1482593"/>
              <a:ext cx="1566242" cy="929825"/>
            </a:xfrm>
            <a:custGeom>
              <a:avLst/>
              <a:gdLst/>
              <a:ahLst/>
              <a:cxnLst/>
              <a:rect l="l" t="t" r="r" b="b"/>
              <a:pathLst>
                <a:path w="53269" h="31624" extrusionOk="0">
                  <a:moveTo>
                    <a:pt x="24920" y="31004"/>
                  </a:moveTo>
                  <a:lnTo>
                    <a:pt x="1119" y="17265"/>
                  </a:lnTo>
                  <a:cubicBezTo>
                    <a:pt x="0" y="16622"/>
                    <a:pt x="0" y="15002"/>
                    <a:pt x="1119" y="14359"/>
                  </a:cubicBezTo>
                  <a:lnTo>
                    <a:pt x="24920" y="620"/>
                  </a:lnTo>
                  <a:cubicBezTo>
                    <a:pt x="25980" y="1"/>
                    <a:pt x="27301" y="1"/>
                    <a:pt x="28361" y="620"/>
                  </a:cubicBezTo>
                  <a:lnTo>
                    <a:pt x="52150" y="14359"/>
                  </a:lnTo>
                  <a:cubicBezTo>
                    <a:pt x="53269" y="15002"/>
                    <a:pt x="53269" y="16622"/>
                    <a:pt x="52150" y="17265"/>
                  </a:cubicBezTo>
                  <a:lnTo>
                    <a:pt x="28361" y="31004"/>
                  </a:lnTo>
                  <a:cubicBezTo>
                    <a:pt x="27289" y="31624"/>
                    <a:pt x="25980" y="31624"/>
                    <a:pt x="24920" y="310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5"/>
            <p:cNvSpPr/>
            <p:nvPr/>
          </p:nvSpPr>
          <p:spPr>
            <a:xfrm>
              <a:off x="3818244" y="2089627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61"/>
                  </a:lnTo>
                  <a:lnTo>
                    <a:pt x="0" y="1"/>
                  </a:lnTo>
                  <a:lnTo>
                    <a:pt x="24194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5"/>
            <p:cNvSpPr/>
            <p:nvPr/>
          </p:nvSpPr>
          <p:spPr>
            <a:xfrm>
              <a:off x="3818244" y="2153697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5"/>
            <p:cNvSpPr/>
            <p:nvPr/>
          </p:nvSpPr>
          <p:spPr>
            <a:xfrm>
              <a:off x="3818244" y="2218120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5"/>
            <p:cNvSpPr/>
            <p:nvPr/>
          </p:nvSpPr>
          <p:spPr>
            <a:xfrm>
              <a:off x="3818244" y="228254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5"/>
            <p:cNvSpPr/>
            <p:nvPr/>
          </p:nvSpPr>
          <p:spPr>
            <a:xfrm>
              <a:off x="3818244" y="2346966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5"/>
            <p:cNvSpPr/>
            <p:nvPr/>
          </p:nvSpPr>
          <p:spPr>
            <a:xfrm>
              <a:off x="3818244" y="246178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5"/>
            <p:cNvSpPr/>
            <p:nvPr/>
          </p:nvSpPr>
          <p:spPr>
            <a:xfrm>
              <a:off x="3818244" y="2526209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5"/>
            <p:cNvSpPr/>
            <p:nvPr/>
          </p:nvSpPr>
          <p:spPr>
            <a:xfrm>
              <a:off x="3818244" y="2590250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5"/>
            <p:cNvSpPr/>
            <p:nvPr/>
          </p:nvSpPr>
          <p:spPr>
            <a:xfrm>
              <a:off x="3818244" y="2654673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5"/>
            <p:cNvSpPr/>
            <p:nvPr/>
          </p:nvSpPr>
          <p:spPr>
            <a:xfrm>
              <a:off x="3818244" y="271909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5"/>
            <p:cNvSpPr/>
            <p:nvPr/>
          </p:nvSpPr>
          <p:spPr>
            <a:xfrm>
              <a:off x="3818244" y="283391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5"/>
            <p:cNvSpPr/>
            <p:nvPr/>
          </p:nvSpPr>
          <p:spPr>
            <a:xfrm>
              <a:off x="3818244" y="289833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5"/>
            <p:cNvSpPr/>
            <p:nvPr/>
          </p:nvSpPr>
          <p:spPr>
            <a:xfrm>
              <a:off x="3818244" y="2962762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5"/>
            <p:cNvSpPr/>
            <p:nvPr/>
          </p:nvSpPr>
          <p:spPr>
            <a:xfrm>
              <a:off x="3818244" y="3026803"/>
              <a:ext cx="711364" cy="456885"/>
            </a:xfrm>
            <a:custGeom>
              <a:avLst/>
              <a:gdLst/>
              <a:ahLst/>
              <a:cxnLst/>
              <a:rect l="l" t="t" r="r" b="b"/>
              <a:pathLst>
                <a:path w="24194" h="15539" extrusionOk="0">
                  <a:moveTo>
                    <a:pt x="24194" y="15539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5"/>
            <p:cNvSpPr/>
            <p:nvPr/>
          </p:nvSpPr>
          <p:spPr>
            <a:xfrm>
              <a:off x="3818244" y="309122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72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5"/>
            <p:cNvSpPr/>
            <p:nvPr/>
          </p:nvSpPr>
          <p:spPr>
            <a:xfrm>
              <a:off x="3818244" y="3206046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7"/>
                  </a:moveTo>
                  <a:lnTo>
                    <a:pt x="0" y="1573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5"/>
            <p:cNvSpPr/>
            <p:nvPr/>
          </p:nvSpPr>
          <p:spPr>
            <a:xfrm>
              <a:off x="3818244" y="3270469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1"/>
                  </a:lnTo>
                  <a:lnTo>
                    <a:pt x="24194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5"/>
            <p:cNvSpPr/>
            <p:nvPr/>
          </p:nvSpPr>
          <p:spPr>
            <a:xfrm>
              <a:off x="3818244" y="3334892"/>
              <a:ext cx="711364" cy="456533"/>
            </a:xfrm>
            <a:custGeom>
              <a:avLst/>
              <a:gdLst/>
              <a:ahLst/>
              <a:cxnLst/>
              <a:rect l="l" t="t" r="r" b="b"/>
              <a:pathLst>
                <a:path w="24194" h="15527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5"/>
            <p:cNvSpPr/>
            <p:nvPr/>
          </p:nvSpPr>
          <p:spPr>
            <a:xfrm>
              <a:off x="3818244" y="3399315"/>
              <a:ext cx="711364" cy="456503"/>
            </a:xfrm>
            <a:custGeom>
              <a:avLst/>
              <a:gdLst/>
              <a:ahLst/>
              <a:cxnLst/>
              <a:rect l="l" t="t" r="r" b="b"/>
              <a:pathLst>
                <a:path w="24194" h="15526" extrusionOk="0">
                  <a:moveTo>
                    <a:pt x="24194" y="15526"/>
                  </a:moveTo>
                  <a:lnTo>
                    <a:pt x="0" y="1560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5"/>
            <p:cNvSpPr/>
            <p:nvPr/>
          </p:nvSpPr>
          <p:spPr>
            <a:xfrm>
              <a:off x="3818244" y="3463385"/>
              <a:ext cx="711364" cy="456856"/>
            </a:xfrm>
            <a:custGeom>
              <a:avLst/>
              <a:gdLst/>
              <a:ahLst/>
              <a:cxnLst/>
              <a:rect l="l" t="t" r="r" b="b"/>
              <a:pathLst>
                <a:path w="24194" h="15538" extrusionOk="0">
                  <a:moveTo>
                    <a:pt x="24194" y="15538"/>
                  </a:moveTo>
                  <a:lnTo>
                    <a:pt x="0" y="1572"/>
                  </a:lnTo>
                  <a:lnTo>
                    <a:pt x="0" y="0"/>
                  </a:lnTo>
                  <a:lnTo>
                    <a:pt x="24194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5"/>
            <p:cNvSpPr/>
            <p:nvPr/>
          </p:nvSpPr>
          <p:spPr>
            <a:xfrm>
              <a:off x="4606639" y="2089627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61"/>
                  </a:lnTo>
                  <a:lnTo>
                    <a:pt x="24182" y="1"/>
                  </a:lnTo>
                  <a:lnTo>
                    <a:pt x="0" y="1395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5"/>
            <p:cNvSpPr/>
            <p:nvPr/>
          </p:nvSpPr>
          <p:spPr>
            <a:xfrm>
              <a:off x="4606639" y="2153697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5"/>
            <p:cNvSpPr/>
            <p:nvPr/>
          </p:nvSpPr>
          <p:spPr>
            <a:xfrm>
              <a:off x="4606639" y="2218120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5"/>
            <p:cNvSpPr/>
            <p:nvPr/>
          </p:nvSpPr>
          <p:spPr>
            <a:xfrm>
              <a:off x="4606639" y="228254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35"/>
            <p:cNvSpPr/>
            <p:nvPr/>
          </p:nvSpPr>
          <p:spPr>
            <a:xfrm>
              <a:off x="4606639" y="2346966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35"/>
            <p:cNvSpPr/>
            <p:nvPr/>
          </p:nvSpPr>
          <p:spPr>
            <a:xfrm>
              <a:off x="4606639" y="246178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5"/>
            <p:cNvSpPr/>
            <p:nvPr/>
          </p:nvSpPr>
          <p:spPr>
            <a:xfrm>
              <a:off x="4606639" y="2526209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5"/>
            <p:cNvSpPr/>
            <p:nvPr/>
          </p:nvSpPr>
          <p:spPr>
            <a:xfrm>
              <a:off x="4606639" y="2590250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5"/>
            <p:cNvSpPr/>
            <p:nvPr/>
          </p:nvSpPr>
          <p:spPr>
            <a:xfrm>
              <a:off x="4606639" y="2654673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5"/>
            <p:cNvSpPr/>
            <p:nvPr/>
          </p:nvSpPr>
          <p:spPr>
            <a:xfrm>
              <a:off x="4606639" y="271909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5"/>
            <p:cNvSpPr/>
            <p:nvPr/>
          </p:nvSpPr>
          <p:spPr>
            <a:xfrm>
              <a:off x="4606639" y="283391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5"/>
            <p:cNvSpPr/>
            <p:nvPr/>
          </p:nvSpPr>
          <p:spPr>
            <a:xfrm>
              <a:off x="4606639" y="289833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35"/>
            <p:cNvSpPr/>
            <p:nvPr/>
          </p:nvSpPr>
          <p:spPr>
            <a:xfrm>
              <a:off x="4606639" y="2962762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54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35"/>
            <p:cNvSpPr/>
            <p:nvPr/>
          </p:nvSpPr>
          <p:spPr>
            <a:xfrm>
              <a:off x="4606639" y="3026803"/>
              <a:ext cx="711011" cy="456885"/>
            </a:xfrm>
            <a:custGeom>
              <a:avLst/>
              <a:gdLst/>
              <a:ahLst/>
              <a:cxnLst/>
              <a:rect l="l" t="t" r="r" b="b"/>
              <a:pathLst>
                <a:path w="24182" h="15539" extrusionOk="0">
                  <a:moveTo>
                    <a:pt x="0" y="15539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35"/>
            <p:cNvSpPr/>
            <p:nvPr/>
          </p:nvSpPr>
          <p:spPr>
            <a:xfrm>
              <a:off x="4606639" y="309122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72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35"/>
            <p:cNvSpPr/>
            <p:nvPr/>
          </p:nvSpPr>
          <p:spPr>
            <a:xfrm>
              <a:off x="4606639" y="3206046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7"/>
                  </a:moveTo>
                  <a:lnTo>
                    <a:pt x="24182" y="1573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35"/>
            <p:cNvSpPr/>
            <p:nvPr/>
          </p:nvSpPr>
          <p:spPr>
            <a:xfrm>
              <a:off x="4606639" y="3270469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1"/>
                  </a:lnTo>
                  <a:lnTo>
                    <a:pt x="0" y="13967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35"/>
            <p:cNvSpPr/>
            <p:nvPr/>
          </p:nvSpPr>
          <p:spPr>
            <a:xfrm>
              <a:off x="4606639" y="3334892"/>
              <a:ext cx="711011" cy="456533"/>
            </a:xfrm>
            <a:custGeom>
              <a:avLst/>
              <a:gdLst/>
              <a:ahLst/>
              <a:cxnLst/>
              <a:rect l="l" t="t" r="r" b="b"/>
              <a:pathLst>
                <a:path w="24182" h="15527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35"/>
            <p:cNvSpPr/>
            <p:nvPr/>
          </p:nvSpPr>
          <p:spPr>
            <a:xfrm>
              <a:off x="4606639" y="3399315"/>
              <a:ext cx="711011" cy="456503"/>
            </a:xfrm>
            <a:custGeom>
              <a:avLst/>
              <a:gdLst/>
              <a:ahLst/>
              <a:cxnLst/>
              <a:rect l="l" t="t" r="r" b="b"/>
              <a:pathLst>
                <a:path w="24182" h="15526" extrusionOk="0">
                  <a:moveTo>
                    <a:pt x="0" y="15526"/>
                  </a:moveTo>
                  <a:lnTo>
                    <a:pt x="24182" y="1560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35"/>
            <p:cNvSpPr/>
            <p:nvPr/>
          </p:nvSpPr>
          <p:spPr>
            <a:xfrm>
              <a:off x="4606639" y="3463385"/>
              <a:ext cx="711011" cy="456856"/>
            </a:xfrm>
            <a:custGeom>
              <a:avLst/>
              <a:gdLst/>
              <a:ahLst/>
              <a:cxnLst/>
              <a:rect l="l" t="t" r="r" b="b"/>
              <a:pathLst>
                <a:path w="24182" h="15538" extrusionOk="0">
                  <a:moveTo>
                    <a:pt x="0" y="15538"/>
                  </a:moveTo>
                  <a:lnTo>
                    <a:pt x="24182" y="1572"/>
                  </a:lnTo>
                  <a:lnTo>
                    <a:pt x="24182" y="0"/>
                  </a:lnTo>
                  <a:lnTo>
                    <a:pt x="0" y="1396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7" name="Google Shape;3147;p35"/>
            <p:cNvGrpSpPr/>
            <p:nvPr/>
          </p:nvGrpSpPr>
          <p:grpSpPr>
            <a:xfrm>
              <a:off x="3478424" y="1308364"/>
              <a:ext cx="2180470" cy="1878295"/>
              <a:chOff x="5553063" y="1487604"/>
              <a:chExt cx="1981525" cy="1707075"/>
            </a:xfrm>
          </p:grpSpPr>
          <p:sp>
            <p:nvSpPr>
              <p:cNvPr id="3148" name="Google Shape;3148;p35"/>
              <p:cNvSpPr/>
              <p:nvPr/>
            </p:nvSpPr>
            <p:spPr>
              <a:xfrm>
                <a:off x="5563488" y="2071829"/>
                <a:ext cx="1960975" cy="1122850"/>
              </a:xfrm>
              <a:custGeom>
                <a:avLst/>
                <a:gdLst/>
                <a:ahLst/>
                <a:cxnLst/>
                <a:rect l="l" t="t" r="r" b="b"/>
                <a:pathLst>
                  <a:path w="78439" h="44914" extrusionOk="0">
                    <a:moveTo>
                      <a:pt x="12" y="1"/>
                    </a:moveTo>
                    <a:cubicBezTo>
                      <a:pt x="12" y="72"/>
                      <a:pt x="12" y="132"/>
                      <a:pt x="12" y="191"/>
                    </a:cubicBezTo>
                    <a:cubicBezTo>
                      <a:pt x="12" y="263"/>
                      <a:pt x="12" y="322"/>
                      <a:pt x="12" y="394"/>
                    </a:cubicBezTo>
                    <a:cubicBezTo>
                      <a:pt x="12" y="453"/>
                      <a:pt x="12" y="525"/>
                      <a:pt x="12" y="584"/>
                    </a:cubicBezTo>
                    <a:cubicBezTo>
                      <a:pt x="12" y="656"/>
                      <a:pt x="12" y="715"/>
                      <a:pt x="12" y="775"/>
                    </a:cubicBezTo>
                    <a:cubicBezTo>
                      <a:pt x="12" y="846"/>
                      <a:pt x="12" y="906"/>
                      <a:pt x="12" y="977"/>
                    </a:cubicBezTo>
                    <a:cubicBezTo>
                      <a:pt x="12" y="1037"/>
                      <a:pt x="12" y="1108"/>
                      <a:pt x="12" y="1167"/>
                    </a:cubicBezTo>
                    <a:cubicBezTo>
                      <a:pt x="12" y="1239"/>
                      <a:pt x="12" y="1298"/>
                      <a:pt x="12" y="1358"/>
                    </a:cubicBezTo>
                    <a:cubicBezTo>
                      <a:pt x="12" y="1429"/>
                      <a:pt x="12" y="1489"/>
                      <a:pt x="12" y="1560"/>
                    </a:cubicBezTo>
                    <a:cubicBezTo>
                      <a:pt x="12" y="1620"/>
                      <a:pt x="12" y="1691"/>
                      <a:pt x="12" y="1751"/>
                    </a:cubicBezTo>
                    <a:cubicBezTo>
                      <a:pt x="12" y="1822"/>
                      <a:pt x="12" y="1882"/>
                      <a:pt x="12" y="1941"/>
                    </a:cubicBezTo>
                    <a:cubicBezTo>
                      <a:pt x="12" y="2013"/>
                      <a:pt x="12" y="2072"/>
                      <a:pt x="12" y="2144"/>
                    </a:cubicBezTo>
                    <a:cubicBezTo>
                      <a:pt x="12" y="2203"/>
                      <a:pt x="12" y="2275"/>
                      <a:pt x="12" y="2334"/>
                    </a:cubicBezTo>
                    <a:cubicBezTo>
                      <a:pt x="12" y="2406"/>
                      <a:pt x="12" y="2465"/>
                      <a:pt x="12" y="2525"/>
                    </a:cubicBezTo>
                    <a:cubicBezTo>
                      <a:pt x="12" y="2596"/>
                      <a:pt x="12" y="2656"/>
                      <a:pt x="12" y="2727"/>
                    </a:cubicBezTo>
                    <a:cubicBezTo>
                      <a:pt x="12" y="2787"/>
                      <a:pt x="12" y="2858"/>
                      <a:pt x="12" y="2918"/>
                    </a:cubicBezTo>
                    <a:cubicBezTo>
                      <a:pt x="12" y="2989"/>
                      <a:pt x="12" y="3049"/>
                      <a:pt x="12" y="3108"/>
                    </a:cubicBezTo>
                    <a:cubicBezTo>
                      <a:pt x="12" y="3180"/>
                      <a:pt x="12" y="3239"/>
                      <a:pt x="12" y="3311"/>
                    </a:cubicBezTo>
                    <a:cubicBezTo>
                      <a:pt x="12" y="3370"/>
                      <a:pt x="12" y="3442"/>
                      <a:pt x="12" y="3501"/>
                    </a:cubicBezTo>
                    <a:cubicBezTo>
                      <a:pt x="12" y="3573"/>
                      <a:pt x="12" y="3632"/>
                      <a:pt x="12" y="3692"/>
                    </a:cubicBezTo>
                    <a:cubicBezTo>
                      <a:pt x="12" y="3763"/>
                      <a:pt x="12" y="3823"/>
                      <a:pt x="12" y="3894"/>
                    </a:cubicBezTo>
                    <a:cubicBezTo>
                      <a:pt x="12" y="3954"/>
                      <a:pt x="12" y="4025"/>
                      <a:pt x="12" y="4085"/>
                    </a:cubicBezTo>
                    <a:cubicBezTo>
                      <a:pt x="12" y="4156"/>
                      <a:pt x="12" y="4215"/>
                      <a:pt x="12" y="4275"/>
                    </a:cubicBezTo>
                    <a:cubicBezTo>
                      <a:pt x="12" y="4346"/>
                      <a:pt x="12" y="4406"/>
                      <a:pt x="12" y="4477"/>
                    </a:cubicBezTo>
                    <a:cubicBezTo>
                      <a:pt x="12" y="4537"/>
                      <a:pt x="12" y="4608"/>
                      <a:pt x="12" y="4668"/>
                    </a:cubicBezTo>
                    <a:cubicBezTo>
                      <a:pt x="12" y="4739"/>
                      <a:pt x="12" y="4799"/>
                      <a:pt x="12" y="4858"/>
                    </a:cubicBezTo>
                    <a:cubicBezTo>
                      <a:pt x="12" y="4930"/>
                      <a:pt x="12" y="4989"/>
                      <a:pt x="12" y="5061"/>
                    </a:cubicBezTo>
                    <a:cubicBezTo>
                      <a:pt x="12" y="5120"/>
                      <a:pt x="12" y="5192"/>
                      <a:pt x="12" y="5251"/>
                    </a:cubicBezTo>
                    <a:cubicBezTo>
                      <a:pt x="12" y="5323"/>
                      <a:pt x="12" y="5382"/>
                      <a:pt x="12" y="5442"/>
                    </a:cubicBezTo>
                    <a:cubicBezTo>
                      <a:pt x="12" y="5513"/>
                      <a:pt x="12" y="5573"/>
                      <a:pt x="12" y="5644"/>
                    </a:cubicBezTo>
                    <a:cubicBezTo>
                      <a:pt x="12" y="5704"/>
                      <a:pt x="12" y="5775"/>
                      <a:pt x="12" y="5835"/>
                    </a:cubicBezTo>
                    <a:cubicBezTo>
                      <a:pt x="12" y="5906"/>
                      <a:pt x="12" y="5966"/>
                      <a:pt x="12" y="6025"/>
                    </a:cubicBezTo>
                    <a:cubicBezTo>
                      <a:pt x="12" y="6097"/>
                      <a:pt x="12" y="6156"/>
                      <a:pt x="12" y="6228"/>
                    </a:cubicBezTo>
                    <a:cubicBezTo>
                      <a:pt x="12" y="6287"/>
                      <a:pt x="12" y="6359"/>
                      <a:pt x="12" y="6418"/>
                    </a:cubicBezTo>
                    <a:cubicBezTo>
                      <a:pt x="12" y="6490"/>
                      <a:pt x="12" y="6549"/>
                      <a:pt x="12" y="6609"/>
                    </a:cubicBezTo>
                    <a:cubicBezTo>
                      <a:pt x="12" y="6680"/>
                      <a:pt x="12" y="6740"/>
                      <a:pt x="12" y="6811"/>
                    </a:cubicBezTo>
                    <a:cubicBezTo>
                      <a:pt x="12" y="6871"/>
                      <a:pt x="12" y="6942"/>
                      <a:pt x="12" y="7002"/>
                    </a:cubicBezTo>
                    <a:cubicBezTo>
                      <a:pt x="12" y="7073"/>
                      <a:pt x="12" y="7132"/>
                      <a:pt x="12" y="7192"/>
                    </a:cubicBezTo>
                    <a:cubicBezTo>
                      <a:pt x="12" y="7263"/>
                      <a:pt x="12" y="7323"/>
                      <a:pt x="12" y="7394"/>
                    </a:cubicBezTo>
                    <a:cubicBezTo>
                      <a:pt x="12" y="7454"/>
                      <a:pt x="12" y="7525"/>
                      <a:pt x="12" y="7585"/>
                    </a:cubicBezTo>
                    <a:cubicBezTo>
                      <a:pt x="12" y="7656"/>
                      <a:pt x="12" y="7716"/>
                      <a:pt x="12" y="7775"/>
                    </a:cubicBezTo>
                    <a:cubicBezTo>
                      <a:pt x="12" y="7847"/>
                      <a:pt x="12" y="7906"/>
                      <a:pt x="12" y="7978"/>
                    </a:cubicBezTo>
                    <a:cubicBezTo>
                      <a:pt x="12" y="8037"/>
                      <a:pt x="12" y="8109"/>
                      <a:pt x="12" y="8168"/>
                    </a:cubicBezTo>
                    <a:cubicBezTo>
                      <a:pt x="12" y="8228"/>
                      <a:pt x="12" y="8299"/>
                      <a:pt x="12" y="8359"/>
                    </a:cubicBezTo>
                    <a:cubicBezTo>
                      <a:pt x="12" y="8430"/>
                      <a:pt x="12" y="8490"/>
                      <a:pt x="12" y="8561"/>
                    </a:cubicBezTo>
                    <a:cubicBezTo>
                      <a:pt x="12" y="8621"/>
                      <a:pt x="12" y="8692"/>
                      <a:pt x="12" y="8752"/>
                    </a:cubicBezTo>
                    <a:cubicBezTo>
                      <a:pt x="12" y="8811"/>
                      <a:pt x="12" y="8883"/>
                      <a:pt x="12" y="8942"/>
                    </a:cubicBezTo>
                    <a:cubicBezTo>
                      <a:pt x="12" y="9014"/>
                      <a:pt x="12" y="9073"/>
                      <a:pt x="12" y="9145"/>
                    </a:cubicBezTo>
                    <a:cubicBezTo>
                      <a:pt x="12" y="9204"/>
                      <a:pt x="12" y="9276"/>
                      <a:pt x="12" y="9335"/>
                    </a:cubicBezTo>
                    <a:cubicBezTo>
                      <a:pt x="12" y="9395"/>
                      <a:pt x="12" y="9466"/>
                      <a:pt x="12" y="9526"/>
                    </a:cubicBezTo>
                    <a:cubicBezTo>
                      <a:pt x="12" y="9597"/>
                      <a:pt x="12" y="9657"/>
                      <a:pt x="12" y="9728"/>
                    </a:cubicBezTo>
                    <a:cubicBezTo>
                      <a:pt x="12" y="9788"/>
                      <a:pt x="12" y="9859"/>
                      <a:pt x="12" y="9919"/>
                    </a:cubicBezTo>
                    <a:cubicBezTo>
                      <a:pt x="12" y="9978"/>
                      <a:pt x="12" y="10050"/>
                      <a:pt x="12" y="10109"/>
                    </a:cubicBezTo>
                    <a:cubicBezTo>
                      <a:pt x="12" y="10180"/>
                      <a:pt x="12" y="10240"/>
                      <a:pt x="12" y="10311"/>
                    </a:cubicBezTo>
                    <a:cubicBezTo>
                      <a:pt x="12" y="10371"/>
                      <a:pt x="12" y="10442"/>
                      <a:pt x="12" y="10502"/>
                    </a:cubicBezTo>
                    <a:cubicBezTo>
                      <a:pt x="12" y="10561"/>
                      <a:pt x="12" y="10633"/>
                      <a:pt x="12" y="10692"/>
                    </a:cubicBezTo>
                    <a:cubicBezTo>
                      <a:pt x="12" y="10764"/>
                      <a:pt x="12" y="10823"/>
                      <a:pt x="12" y="10895"/>
                    </a:cubicBezTo>
                    <a:cubicBezTo>
                      <a:pt x="12" y="10954"/>
                      <a:pt x="12" y="11026"/>
                      <a:pt x="12" y="11085"/>
                    </a:cubicBezTo>
                    <a:cubicBezTo>
                      <a:pt x="12" y="11145"/>
                      <a:pt x="12" y="11216"/>
                      <a:pt x="12" y="11276"/>
                    </a:cubicBezTo>
                    <a:cubicBezTo>
                      <a:pt x="12" y="11347"/>
                      <a:pt x="12" y="11407"/>
                      <a:pt x="12" y="11478"/>
                    </a:cubicBezTo>
                    <a:cubicBezTo>
                      <a:pt x="12" y="11538"/>
                      <a:pt x="12" y="11609"/>
                      <a:pt x="12" y="11669"/>
                    </a:cubicBezTo>
                    <a:cubicBezTo>
                      <a:pt x="12" y="11728"/>
                      <a:pt x="12" y="11800"/>
                      <a:pt x="12" y="11859"/>
                    </a:cubicBezTo>
                    <a:cubicBezTo>
                      <a:pt x="12" y="11931"/>
                      <a:pt x="12" y="11990"/>
                      <a:pt x="12" y="12062"/>
                    </a:cubicBezTo>
                    <a:cubicBezTo>
                      <a:pt x="12" y="12121"/>
                      <a:pt x="12" y="12193"/>
                      <a:pt x="12" y="12252"/>
                    </a:cubicBezTo>
                    <a:cubicBezTo>
                      <a:pt x="12" y="12312"/>
                      <a:pt x="12" y="12383"/>
                      <a:pt x="12" y="12443"/>
                    </a:cubicBezTo>
                    <a:cubicBezTo>
                      <a:pt x="12" y="12514"/>
                      <a:pt x="12" y="12574"/>
                      <a:pt x="12" y="12645"/>
                    </a:cubicBezTo>
                    <a:cubicBezTo>
                      <a:pt x="12" y="12705"/>
                      <a:pt x="12" y="12776"/>
                      <a:pt x="12" y="12836"/>
                    </a:cubicBezTo>
                    <a:cubicBezTo>
                      <a:pt x="12" y="12895"/>
                      <a:pt x="12" y="12967"/>
                      <a:pt x="12" y="13026"/>
                    </a:cubicBezTo>
                    <a:cubicBezTo>
                      <a:pt x="12" y="13098"/>
                      <a:pt x="12" y="13157"/>
                      <a:pt x="12" y="13228"/>
                    </a:cubicBezTo>
                    <a:cubicBezTo>
                      <a:pt x="12" y="13288"/>
                      <a:pt x="12" y="13359"/>
                      <a:pt x="12" y="13419"/>
                    </a:cubicBezTo>
                    <a:cubicBezTo>
                      <a:pt x="12" y="13479"/>
                      <a:pt x="12" y="13550"/>
                      <a:pt x="12" y="13609"/>
                    </a:cubicBezTo>
                    <a:cubicBezTo>
                      <a:pt x="12" y="13681"/>
                      <a:pt x="12" y="13740"/>
                      <a:pt x="12" y="13812"/>
                    </a:cubicBezTo>
                    <a:cubicBezTo>
                      <a:pt x="12" y="13871"/>
                      <a:pt x="12" y="13943"/>
                      <a:pt x="12" y="14002"/>
                    </a:cubicBezTo>
                    <a:cubicBezTo>
                      <a:pt x="12" y="14062"/>
                      <a:pt x="12" y="14133"/>
                      <a:pt x="12" y="14193"/>
                    </a:cubicBezTo>
                    <a:cubicBezTo>
                      <a:pt x="12" y="14264"/>
                      <a:pt x="12" y="14324"/>
                      <a:pt x="12" y="14395"/>
                    </a:cubicBezTo>
                    <a:cubicBezTo>
                      <a:pt x="12" y="14455"/>
                      <a:pt x="12" y="14526"/>
                      <a:pt x="12" y="14586"/>
                    </a:cubicBezTo>
                    <a:cubicBezTo>
                      <a:pt x="12" y="14645"/>
                      <a:pt x="12" y="14717"/>
                      <a:pt x="12" y="14776"/>
                    </a:cubicBezTo>
                    <a:cubicBezTo>
                      <a:pt x="12" y="14848"/>
                      <a:pt x="12" y="14907"/>
                      <a:pt x="12" y="14979"/>
                    </a:cubicBezTo>
                    <a:cubicBezTo>
                      <a:pt x="12" y="15038"/>
                      <a:pt x="12" y="15110"/>
                      <a:pt x="12" y="15169"/>
                    </a:cubicBezTo>
                    <a:cubicBezTo>
                      <a:pt x="12" y="15229"/>
                      <a:pt x="12" y="15300"/>
                      <a:pt x="12" y="15360"/>
                    </a:cubicBezTo>
                    <a:cubicBezTo>
                      <a:pt x="12" y="15431"/>
                      <a:pt x="12" y="15491"/>
                      <a:pt x="12" y="15562"/>
                    </a:cubicBezTo>
                    <a:cubicBezTo>
                      <a:pt x="12" y="15622"/>
                      <a:pt x="12" y="15693"/>
                      <a:pt x="12" y="15753"/>
                    </a:cubicBezTo>
                    <a:cubicBezTo>
                      <a:pt x="12" y="15812"/>
                      <a:pt x="12" y="15884"/>
                      <a:pt x="12" y="15943"/>
                    </a:cubicBezTo>
                    <a:cubicBezTo>
                      <a:pt x="12" y="16015"/>
                      <a:pt x="12" y="16074"/>
                      <a:pt x="12" y="16146"/>
                    </a:cubicBezTo>
                    <a:cubicBezTo>
                      <a:pt x="12" y="16205"/>
                      <a:pt x="12" y="16276"/>
                      <a:pt x="12" y="16336"/>
                    </a:cubicBezTo>
                    <a:cubicBezTo>
                      <a:pt x="12" y="16396"/>
                      <a:pt x="12" y="16467"/>
                      <a:pt x="12" y="16527"/>
                    </a:cubicBezTo>
                    <a:cubicBezTo>
                      <a:pt x="12" y="16598"/>
                      <a:pt x="12" y="16657"/>
                      <a:pt x="12" y="16729"/>
                    </a:cubicBezTo>
                    <a:cubicBezTo>
                      <a:pt x="12" y="16788"/>
                      <a:pt x="12" y="16860"/>
                      <a:pt x="12" y="16919"/>
                    </a:cubicBezTo>
                    <a:cubicBezTo>
                      <a:pt x="12" y="16979"/>
                      <a:pt x="12" y="17050"/>
                      <a:pt x="12" y="17110"/>
                    </a:cubicBezTo>
                    <a:cubicBezTo>
                      <a:pt x="12" y="17181"/>
                      <a:pt x="12" y="17241"/>
                      <a:pt x="12" y="17312"/>
                    </a:cubicBezTo>
                    <a:cubicBezTo>
                      <a:pt x="12" y="17372"/>
                      <a:pt x="12" y="17443"/>
                      <a:pt x="12" y="17503"/>
                    </a:cubicBezTo>
                    <a:cubicBezTo>
                      <a:pt x="12" y="17562"/>
                      <a:pt x="12" y="17634"/>
                      <a:pt x="12" y="17693"/>
                    </a:cubicBezTo>
                    <a:cubicBezTo>
                      <a:pt x="12" y="17765"/>
                      <a:pt x="12" y="17824"/>
                      <a:pt x="12" y="17896"/>
                    </a:cubicBezTo>
                    <a:cubicBezTo>
                      <a:pt x="12" y="17955"/>
                      <a:pt x="12" y="18015"/>
                      <a:pt x="12" y="18086"/>
                    </a:cubicBezTo>
                    <a:cubicBezTo>
                      <a:pt x="12" y="18146"/>
                      <a:pt x="12" y="18217"/>
                      <a:pt x="12" y="18277"/>
                    </a:cubicBezTo>
                    <a:cubicBezTo>
                      <a:pt x="12" y="18348"/>
                      <a:pt x="12" y="18408"/>
                      <a:pt x="12" y="18479"/>
                    </a:cubicBezTo>
                    <a:cubicBezTo>
                      <a:pt x="12" y="18539"/>
                      <a:pt x="12" y="18598"/>
                      <a:pt x="12" y="18670"/>
                    </a:cubicBezTo>
                    <a:cubicBezTo>
                      <a:pt x="12" y="18729"/>
                      <a:pt x="12" y="18801"/>
                      <a:pt x="12" y="18860"/>
                    </a:cubicBezTo>
                    <a:cubicBezTo>
                      <a:pt x="12" y="18932"/>
                      <a:pt x="12" y="18991"/>
                      <a:pt x="12" y="19063"/>
                    </a:cubicBezTo>
                    <a:cubicBezTo>
                      <a:pt x="12" y="19122"/>
                      <a:pt x="12" y="19182"/>
                      <a:pt x="12" y="19253"/>
                    </a:cubicBezTo>
                    <a:cubicBezTo>
                      <a:pt x="12" y="19313"/>
                      <a:pt x="12" y="19384"/>
                      <a:pt x="12" y="19444"/>
                    </a:cubicBezTo>
                    <a:cubicBezTo>
                      <a:pt x="12" y="19515"/>
                      <a:pt x="12" y="19575"/>
                      <a:pt x="12" y="19646"/>
                    </a:cubicBezTo>
                    <a:cubicBezTo>
                      <a:pt x="12" y="19705"/>
                      <a:pt x="12" y="19765"/>
                      <a:pt x="12" y="19836"/>
                    </a:cubicBezTo>
                    <a:cubicBezTo>
                      <a:pt x="12" y="19896"/>
                      <a:pt x="12" y="19967"/>
                      <a:pt x="12" y="20027"/>
                    </a:cubicBezTo>
                    <a:cubicBezTo>
                      <a:pt x="12" y="20098"/>
                      <a:pt x="12" y="20158"/>
                      <a:pt x="12" y="20229"/>
                    </a:cubicBezTo>
                    <a:cubicBezTo>
                      <a:pt x="12" y="20289"/>
                      <a:pt x="12" y="20348"/>
                      <a:pt x="12" y="20420"/>
                    </a:cubicBezTo>
                    <a:cubicBezTo>
                      <a:pt x="12" y="20479"/>
                      <a:pt x="12" y="20551"/>
                      <a:pt x="12" y="20610"/>
                    </a:cubicBezTo>
                    <a:cubicBezTo>
                      <a:pt x="12" y="20682"/>
                      <a:pt x="12" y="20741"/>
                      <a:pt x="12" y="20813"/>
                    </a:cubicBezTo>
                    <a:cubicBezTo>
                      <a:pt x="12" y="20872"/>
                      <a:pt x="12" y="20932"/>
                      <a:pt x="12" y="21003"/>
                    </a:cubicBezTo>
                    <a:cubicBezTo>
                      <a:pt x="12" y="21063"/>
                      <a:pt x="12" y="21134"/>
                      <a:pt x="12" y="21194"/>
                    </a:cubicBezTo>
                    <a:cubicBezTo>
                      <a:pt x="12" y="21265"/>
                      <a:pt x="12" y="21325"/>
                      <a:pt x="12" y="21396"/>
                    </a:cubicBezTo>
                    <a:cubicBezTo>
                      <a:pt x="12" y="21456"/>
                      <a:pt x="12" y="21515"/>
                      <a:pt x="12" y="21587"/>
                    </a:cubicBezTo>
                    <a:cubicBezTo>
                      <a:pt x="0" y="22515"/>
                      <a:pt x="500" y="23373"/>
                      <a:pt x="1310" y="23837"/>
                    </a:cubicBezTo>
                    <a:lnTo>
                      <a:pt x="36612" y="44208"/>
                    </a:lnTo>
                    <a:cubicBezTo>
                      <a:pt x="37416" y="44679"/>
                      <a:pt x="38315" y="44914"/>
                      <a:pt x="39215" y="44914"/>
                    </a:cubicBezTo>
                    <a:cubicBezTo>
                      <a:pt x="40115" y="44914"/>
                      <a:pt x="41017" y="44679"/>
                      <a:pt x="41827" y="44208"/>
                    </a:cubicBezTo>
                    <a:lnTo>
                      <a:pt x="77129" y="23837"/>
                    </a:lnTo>
                    <a:cubicBezTo>
                      <a:pt x="77939" y="23373"/>
                      <a:pt x="78439" y="22515"/>
                      <a:pt x="78427" y="21587"/>
                    </a:cubicBezTo>
                    <a:lnTo>
                      <a:pt x="78427" y="21384"/>
                    </a:lnTo>
                    <a:lnTo>
                      <a:pt x="78427" y="21194"/>
                    </a:lnTo>
                    <a:lnTo>
                      <a:pt x="78427" y="21003"/>
                    </a:lnTo>
                    <a:lnTo>
                      <a:pt x="78427" y="20801"/>
                    </a:lnTo>
                    <a:lnTo>
                      <a:pt x="78427" y="20610"/>
                    </a:lnTo>
                    <a:lnTo>
                      <a:pt x="78427" y="20420"/>
                    </a:lnTo>
                    <a:lnTo>
                      <a:pt x="78427" y="20217"/>
                    </a:lnTo>
                    <a:lnTo>
                      <a:pt x="78427" y="20027"/>
                    </a:lnTo>
                    <a:lnTo>
                      <a:pt x="78427" y="19836"/>
                    </a:lnTo>
                    <a:lnTo>
                      <a:pt x="78427" y="19634"/>
                    </a:lnTo>
                    <a:lnTo>
                      <a:pt x="78427" y="19444"/>
                    </a:lnTo>
                    <a:lnTo>
                      <a:pt x="78427" y="19253"/>
                    </a:lnTo>
                    <a:lnTo>
                      <a:pt x="78427" y="19051"/>
                    </a:lnTo>
                    <a:lnTo>
                      <a:pt x="78427" y="18860"/>
                    </a:lnTo>
                    <a:lnTo>
                      <a:pt x="78427" y="18670"/>
                    </a:lnTo>
                    <a:lnTo>
                      <a:pt x="78427" y="18467"/>
                    </a:lnTo>
                    <a:lnTo>
                      <a:pt x="78427" y="18277"/>
                    </a:lnTo>
                    <a:lnTo>
                      <a:pt x="78427" y="18086"/>
                    </a:lnTo>
                    <a:lnTo>
                      <a:pt x="78427" y="17884"/>
                    </a:lnTo>
                    <a:lnTo>
                      <a:pt x="78427" y="17693"/>
                    </a:lnTo>
                    <a:lnTo>
                      <a:pt x="78427" y="17503"/>
                    </a:lnTo>
                    <a:lnTo>
                      <a:pt x="78427" y="17300"/>
                    </a:lnTo>
                    <a:lnTo>
                      <a:pt x="78427" y="17110"/>
                    </a:lnTo>
                    <a:lnTo>
                      <a:pt x="78427" y="16919"/>
                    </a:lnTo>
                    <a:lnTo>
                      <a:pt x="78427" y="16717"/>
                    </a:lnTo>
                    <a:lnTo>
                      <a:pt x="78427" y="16527"/>
                    </a:lnTo>
                    <a:lnTo>
                      <a:pt x="78427" y="16336"/>
                    </a:lnTo>
                    <a:lnTo>
                      <a:pt x="78427" y="16146"/>
                    </a:lnTo>
                    <a:lnTo>
                      <a:pt x="78427" y="15943"/>
                    </a:lnTo>
                    <a:lnTo>
                      <a:pt x="78427" y="15753"/>
                    </a:lnTo>
                    <a:lnTo>
                      <a:pt x="78427" y="15562"/>
                    </a:lnTo>
                    <a:lnTo>
                      <a:pt x="78427" y="15360"/>
                    </a:lnTo>
                    <a:lnTo>
                      <a:pt x="78427" y="15169"/>
                    </a:lnTo>
                    <a:lnTo>
                      <a:pt x="78427" y="14979"/>
                    </a:lnTo>
                    <a:lnTo>
                      <a:pt x="78427" y="14776"/>
                    </a:lnTo>
                    <a:lnTo>
                      <a:pt x="78427" y="14586"/>
                    </a:lnTo>
                    <a:lnTo>
                      <a:pt x="78427" y="14395"/>
                    </a:lnTo>
                    <a:lnTo>
                      <a:pt x="78427" y="14193"/>
                    </a:lnTo>
                    <a:lnTo>
                      <a:pt x="78427" y="14002"/>
                    </a:lnTo>
                    <a:lnTo>
                      <a:pt x="78427" y="13812"/>
                    </a:lnTo>
                    <a:lnTo>
                      <a:pt x="78427" y="13609"/>
                    </a:lnTo>
                    <a:lnTo>
                      <a:pt x="78427" y="13419"/>
                    </a:lnTo>
                    <a:lnTo>
                      <a:pt x="78427" y="13228"/>
                    </a:lnTo>
                    <a:lnTo>
                      <a:pt x="78427" y="13026"/>
                    </a:lnTo>
                    <a:lnTo>
                      <a:pt x="78427" y="12836"/>
                    </a:lnTo>
                    <a:lnTo>
                      <a:pt x="78427" y="12645"/>
                    </a:lnTo>
                    <a:lnTo>
                      <a:pt x="78427" y="12443"/>
                    </a:lnTo>
                    <a:lnTo>
                      <a:pt x="78427" y="12252"/>
                    </a:lnTo>
                    <a:lnTo>
                      <a:pt x="78427" y="12062"/>
                    </a:lnTo>
                    <a:lnTo>
                      <a:pt x="78427" y="11859"/>
                    </a:lnTo>
                    <a:lnTo>
                      <a:pt x="78427" y="11669"/>
                    </a:lnTo>
                    <a:lnTo>
                      <a:pt x="78427" y="11478"/>
                    </a:lnTo>
                    <a:lnTo>
                      <a:pt x="78427" y="11276"/>
                    </a:lnTo>
                    <a:lnTo>
                      <a:pt x="78427" y="11085"/>
                    </a:lnTo>
                    <a:lnTo>
                      <a:pt x="78427" y="10895"/>
                    </a:lnTo>
                    <a:lnTo>
                      <a:pt x="78427" y="10692"/>
                    </a:lnTo>
                    <a:lnTo>
                      <a:pt x="78427" y="10502"/>
                    </a:lnTo>
                    <a:lnTo>
                      <a:pt x="78427" y="10311"/>
                    </a:lnTo>
                    <a:lnTo>
                      <a:pt x="78427" y="10109"/>
                    </a:lnTo>
                    <a:lnTo>
                      <a:pt x="78427" y="9919"/>
                    </a:lnTo>
                    <a:lnTo>
                      <a:pt x="78427" y="9728"/>
                    </a:lnTo>
                    <a:lnTo>
                      <a:pt x="78427" y="9526"/>
                    </a:lnTo>
                    <a:lnTo>
                      <a:pt x="78427" y="9335"/>
                    </a:lnTo>
                    <a:lnTo>
                      <a:pt x="78427" y="9145"/>
                    </a:lnTo>
                    <a:lnTo>
                      <a:pt x="78427" y="8942"/>
                    </a:lnTo>
                    <a:lnTo>
                      <a:pt x="78427" y="8752"/>
                    </a:lnTo>
                    <a:lnTo>
                      <a:pt x="78427" y="8561"/>
                    </a:lnTo>
                    <a:lnTo>
                      <a:pt x="78427" y="8359"/>
                    </a:lnTo>
                    <a:lnTo>
                      <a:pt x="78427" y="8168"/>
                    </a:lnTo>
                    <a:lnTo>
                      <a:pt x="78427" y="7978"/>
                    </a:lnTo>
                    <a:lnTo>
                      <a:pt x="78427" y="7775"/>
                    </a:lnTo>
                    <a:lnTo>
                      <a:pt x="78427" y="7585"/>
                    </a:lnTo>
                    <a:lnTo>
                      <a:pt x="78427" y="7394"/>
                    </a:lnTo>
                    <a:lnTo>
                      <a:pt x="78427" y="7192"/>
                    </a:lnTo>
                    <a:lnTo>
                      <a:pt x="78427" y="7002"/>
                    </a:lnTo>
                    <a:lnTo>
                      <a:pt x="78427" y="6811"/>
                    </a:lnTo>
                    <a:lnTo>
                      <a:pt x="78427" y="6609"/>
                    </a:lnTo>
                    <a:lnTo>
                      <a:pt x="78427" y="6418"/>
                    </a:lnTo>
                    <a:lnTo>
                      <a:pt x="78427" y="6228"/>
                    </a:lnTo>
                    <a:lnTo>
                      <a:pt x="78427" y="6025"/>
                    </a:lnTo>
                    <a:lnTo>
                      <a:pt x="78427" y="5835"/>
                    </a:lnTo>
                    <a:lnTo>
                      <a:pt x="78427" y="5644"/>
                    </a:lnTo>
                    <a:lnTo>
                      <a:pt x="78427" y="5442"/>
                    </a:lnTo>
                    <a:lnTo>
                      <a:pt x="78427" y="5251"/>
                    </a:lnTo>
                    <a:lnTo>
                      <a:pt x="78427" y="5061"/>
                    </a:lnTo>
                    <a:lnTo>
                      <a:pt x="78427" y="4858"/>
                    </a:lnTo>
                    <a:lnTo>
                      <a:pt x="78427" y="4668"/>
                    </a:lnTo>
                    <a:lnTo>
                      <a:pt x="78427" y="4477"/>
                    </a:lnTo>
                    <a:lnTo>
                      <a:pt x="78427" y="4275"/>
                    </a:lnTo>
                    <a:lnTo>
                      <a:pt x="78427" y="4085"/>
                    </a:lnTo>
                    <a:lnTo>
                      <a:pt x="78427" y="3894"/>
                    </a:lnTo>
                    <a:lnTo>
                      <a:pt x="78427" y="3692"/>
                    </a:lnTo>
                    <a:lnTo>
                      <a:pt x="78427" y="3501"/>
                    </a:lnTo>
                    <a:lnTo>
                      <a:pt x="78427" y="3311"/>
                    </a:lnTo>
                    <a:lnTo>
                      <a:pt x="78427" y="3108"/>
                    </a:lnTo>
                    <a:lnTo>
                      <a:pt x="78427" y="2918"/>
                    </a:lnTo>
                    <a:lnTo>
                      <a:pt x="78427" y="2727"/>
                    </a:lnTo>
                    <a:lnTo>
                      <a:pt x="78427" y="2525"/>
                    </a:lnTo>
                    <a:lnTo>
                      <a:pt x="78427" y="2334"/>
                    </a:lnTo>
                    <a:lnTo>
                      <a:pt x="78427" y="2144"/>
                    </a:lnTo>
                    <a:lnTo>
                      <a:pt x="78427" y="1941"/>
                    </a:lnTo>
                    <a:lnTo>
                      <a:pt x="78427" y="1751"/>
                    </a:lnTo>
                    <a:lnTo>
                      <a:pt x="78427" y="1560"/>
                    </a:lnTo>
                    <a:lnTo>
                      <a:pt x="78427" y="1358"/>
                    </a:lnTo>
                    <a:lnTo>
                      <a:pt x="78427" y="1167"/>
                    </a:lnTo>
                    <a:lnTo>
                      <a:pt x="78427" y="977"/>
                    </a:lnTo>
                    <a:lnTo>
                      <a:pt x="78427" y="775"/>
                    </a:lnTo>
                    <a:lnTo>
                      <a:pt x="78427" y="584"/>
                    </a:lnTo>
                    <a:lnTo>
                      <a:pt x="78427" y="394"/>
                    </a:lnTo>
                    <a:lnTo>
                      <a:pt x="78427" y="191"/>
                    </a:lnTo>
                    <a:lnTo>
                      <a:pt x="78427" y="1"/>
                    </a:lnTo>
                    <a:lnTo>
                      <a:pt x="78212" y="1"/>
                    </a:lnTo>
                    <a:cubicBezTo>
                      <a:pt x="78224" y="858"/>
                      <a:pt x="77760" y="1644"/>
                      <a:pt x="77022" y="2072"/>
                    </a:cubicBezTo>
                    <a:lnTo>
                      <a:pt x="41720" y="22444"/>
                    </a:lnTo>
                    <a:cubicBezTo>
                      <a:pt x="40946" y="22890"/>
                      <a:pt x="40083" y="23114"/>
                      <a:pt x="39218" y="23114"/>
                    </a:cubicBezTo>
                    <a:cubicBezTo>
                      <a:pt x="38353" y="23114"/>
                      <a:pt x="37487" y="22890"/>
                      <a:pt x="36707" y="22444"/>
                    </a:cubicBezTo>
                    <a:lnTo>
                      <a:pt x="1417" y="2072"/>
                    </a:lnTo>
                    <a:cubicBezTo>
                      <a:pt x="667" y="1644"/>
                      <a:pt x="215" y="858"/>
                      <a:pt x="226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FDF1">
                      <a:alpha val="41568"/>
                      <a:alpha val="41520"/>
                    </a:srgbClr>
                  </a:gs>
                  <a:gs pos="100000">
                    <a:srgbClr val="FFFFFF">
                      <a:alpha val="37254"/>
                      <a:alpha val="415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35"/>
              <p:cNvSpPr/>
              <p:nvPr/>
            </p:nvSpPr>
            <p:spPr>
              <a:xfrm>
                <a:off x="5553063" y="1487604"/>
                <a:ext cx="1981525" cy="1164300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rgbClr val="A0FDF1">
                  <a:alpha val="4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Google Shape;1111;p20">
            <a:extLst>
              <a:ext uri="{FF2B5EF4-FFF2-40B4-BE49-F238E27FC236}">
                <a16:creationId xmlns:a16="http://schemas.microsoft.com/office/drawing/2014/main" id="{A2CFBF31-A3AE-812C-31B0-03237B0889D5}"/>
              </a:ext>
            </a:extLst>
          </p:cNvPr>
          <p:cNvSpPr/>
          <p:nvPr/>
        </p:nvSpPr>
        <p:spPr>
          <a:xfrm>
            <a:off x="1238576" y="2259923"/>
            <a:ext cx="2754733" cy="1825176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109;p20">
            <a:extLst>
              <a:ext uri="{FF2B5EF4-FFF2-40B4-BE49-F238E27FC236}">
                <a16:creationId xmlns:a16="http://schemas.microsoft.com/office/drawing/2014/main" id="{8E0DF3EC-2B86-78EF-D524-A191240DBB9F}"/>
              </a:ext>
            </a:extLst>
          </p:cNvPr>
          <p:cNvSpPr/>
          <p:nvPr/>
        </p:nvSpPr>
        <p:spPr>
          <a:xfrm>
            <a:off x="1238576" y="2254080"/>
            <a:ext cx="2754733" cy="1831018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F17867-79B6-C7FF-A00A-F01F2287DD5A}"/>
              </a:ext>
            </a:extLst>
          </p:cNvPr>
          <p:cNvSpPr txBox="1"/>
          <p:nvPr/>
        </p:nvSpPr>
        <p:spPr>
          <a:xfrm>
            <a:off x="1463240" y="2503803"/>
            <a:ext cx="22481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Fira Sans Extra Condensed SemiBold" panose="020B0604020202020204" charset="0"/>
              </a:rPr>
              <a:t>Implementar</a:t>
            </a:r>
            <a:r>
              <a:rPr lang="en-US" dirty="0">
                <a:latin typeface="Fira Sans Extra Condensed SemiBold" panose="020B0604020202020204" charset="0"/>
              </a:rPr>
              <a:t> un </a:t>
            </a:r>
            <a:r>
              <a:rPr lang="en-US" dirty="0" err="1">
                <a:latin typeface="Fira Sans Extra Condensed SemiBold" panose="020B0604020202020204" charset="0"/>
              </a:rPr>
              <a:t>sistema</a:t>
            </a:r>
            <a:r>
              <a:rPr lang="en-US" dirty="0">
                <a:latin typeface="Fira Sans Extra Condensed SemiBold" panose="020B0604020202020204" charset="0"/>
              </a:rPr>
              <a:t> </a:t>
            </a:r>
            <a:r>
              <a:rPr lang="en-US" dirty="0" err="1">
                <a:latin typeface="Fira Sans Extra Condensed SemiBold" panose="020B0604020202020204" charset="0"/>
              </a:rPr>
              <a:t>automatizado</a:t>
            </a:r>
            <a:r>
              <a:rPr lang="en-US" dirty="0">
                <a:latin typeface="Fira Sans Extra Condensed SemiBold" panose="020B0604020202020204" charset="0"/>
              </a:rPr>
              <a:t> para </a:t>
            </a:r>
            <a:r>
              <a:rPr lang="en-US" dirty="0" err="1">
                <a:latin typeface="Fira Sans Extra Condensed SemiBold" panose="020B0604020202020204" charset="0"/>
              </a:rPr>
              <a:t>realizar</a:t>
            </a:r>
            <a:r>
              <a:rPr lang="en-US" dirty="0">
                <a:latin typeface="Fira Sans Extra Condensed SemiBold" panose="020B0604020202020204" charset="0"/>
              </a:rPr>
              <a:t> </a:t>
            </a:r>
            <a:r>
              <a:rPr lang="en-US" dirty="0" err="1">
                <a:latin typeface="Fira Sans Extra Condensed SemiBold" panose="020B0604020202020204" charset="0"/>
              </a:rPr>
              <a:t>respaldos</a:t>
            </a:r>
            <a:r>
              <a:rPr lang="en-US" dirty="0">
                <a:latin typeface="Fira Sans Extra Condensed SemiBold" panose="020B0604020202020204" charset="0"/>
              </a:rPr>
              <a:t> </a:t>
            </a:r>
            <a:r>
              <a:rPr lang="en-US" dirty="0" err="1">
                <a:latin typeface="Fira Sans Extra Condensed SemiBold" panose="020B0604020202020204" charset="0"/>
              </a:rPr>
              <a:t>periódicos</a:t>
            </a:r>
            <a:r>
              <a:rPr lang="en-US" dirty="0">
                <a:latin typeface="Fira Sans Extra Condensed SemiBold" panose="020B0604020202020204" charset="0"/>
              </a:rPr>
              <a:t> de una base de </a:t>
            </a:r>
            <a:r>
              <a:rPr lang="en-US" dirty="0" err="1">
                <a:latin typeface="Fira Sans Extra Condensed SemiBold" panose="020B0604020202020204" charset="0"/>
              </a:rPr>
              <a:t>datos</a:t>
            </a:r>
            <a:r>
              <a:rPr lang="en-US" dirty="0">
                <a:latin typeface="Fira Sans Extra Condensed SemiBold" panose="020B0604020202020204" charset="0"/>
              </a:rPr>
              <a:t> y </a:t>
            </a:r>
            <a:r>
              <a:rPr lang="en-US" dirty="0" err="1">
                <a:latin typeface="Fira Sans Extra Condensed SemiBold" panose="020B0604020202020204" charset="0"/>
              </a:rPr>
              <a:t>almacenarlos</a:t>
            </a:r>
            <a:r>
              <a:rPr lang="en-US" dirty="0">
                <a:latin typeface="Fira Sans Extra Condensed SemiBold" panose="020B0604020202020204" charset="0"/>
              </a:rPr>
              <a:t> </a:t>
            </a:r>
            <a:r>
              <a:rPr lang="en-US" dirty="0" err="1">
                <a:latin typeface="Fira Sans Extra Condensed SemiBold" panose="020B0604020202020204" charset="0"/>
              </a:rPr>
              <a:t>en</a:t>
            </a:r>
            <a:r>
              <a:rPr lang="en-US" dirty="0">
                <a:latin typeface="Fira Sans Extra Condensed SemiBold" panose="020B0604020202020204" charset="0"/>
              </a:rPr>
              <a:t> un NAS.</a:t>
            </a:r>
            <a:endParaRPr lang="es-SV" dirty="0">
              <a:latin typeface="Fira Sans Extra Condensed SemiBold" panose="020B0604020202020204" charset="0"/>
            </a:endParaRPr>
          </a:p>
          <a:p>
            <a:endParaRPr lang="es-SV" dirty="0"/>
          </a:p>
        </p:txBody>
      </p:sp>
      <p:sp>
        <p:nvSpPr>
          <p:cNvPr id="6" name="Google Shape;1111;p20">
            <a:extLst>
              <a:ext uri="{FF2B5EF4-FFF2-40B4-BE49-F238E27FC236}">
                <a16:creationId xmlns:a16="http://schemas.microsoft.com/office/drawing/2014/main" id="{179B660F-C4D6-E2BF-96AF-A623DE81CD23}"/>
              </a:ext>
            </a:extLst>
          </p:cNvPr>
          <p:cNvSpPr/>
          <p:nvPr/>
        </p:nvSpPr>
        <p:spPr>
          <a:xfrm>
            <a:off x="5010901" y="2245012"/>
            <a:ext cx="2894523" cy="2591946"/>
          </a:xfrm>
          <a:prstGeom prst="roundRect">
            <a:avLst>
              <a:gd name="adj" fmla="val 16667"/>
            </a:avLst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109;p20">
            <a:extLst>
              <a:ext uri="{FF2B5EF4-FFF2-40B4-BE49-F238E27FC236}">
                <a16:creationId xmlns:a16="http://schemas.microsoft.com/office/drawing/2014/main" id="{3D8BEB6F-94A3-CBF5-4D5F-E1F0E7C50D27}"/>
              </a:ext>
            </a:extLst>
          </p:cNvPr>
          <p:cNvSpPr/>
          <p:nvPr/>
        </p:nvSpPr>
        <p:spPr>
          <a:xfrm>
            <a:off x="5010902" y="2250854"/>
            <a:ext cx="2894523" cy="259194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578C42-1735-BBD2-FA0B-4F971897AF18}"/>
              </a:ext>
            </a:extLst>
          </p:cNvPr>
          <p:cNvSpPr txBox="1"/>
          <p:nvPr/>
        </p:nvSpPr>
        <p:spPr>
          <a:xfrm>
            <a:off x="5134588" y="2495831"/>
            <a:ext cx="25461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Fira Sans Extra Condensed SemiBold" panose="020B0604020202020204" charset="0"/>
              </a:rPr>
              <a:t>Diseñar una arquitectura que conecte la base de datos con el dispositivo NAS.</a:t>
            </a:r>
          </a:p>
          <a:p>
            <a:endParaRPr lang="es-MX" dirty="0">
              <a:latin typeface="Fira Sans Extra Condensed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Fira Sans Extra Condensed SemiBold" panose="020B0604020202020204" charset="0"/>
              </a:rPr>
              <a:t>Programar las copias de seguridad con periodicidad definida.</a:t>
            </a:r>
          </a:p>
          <a:p>
            <a:endParaRPr lang="es-MX" dirty="0">
              <a:latin typeface="Fira Sans Extra Condensed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Fira Sans Extra Condensed SemiBold" panose="020B0604020202020204" charset="0"/>
              </a:rPr>
              <a:t>Generar notificaciones o logs del proceso.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Fira Sans Extra Condensed Semi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Fira Sans Extra Condensed SemiBold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514800" y="224958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 err="1"/>
              <a:t>Arquitectura</a:t>
            </a:r>
            <a:r>
              <a:rPr lang="en-GB" dirty="0"/>
              <a:t> del </a:t>
            </a:r>
            <a:r>
              <a:rPr lang="en-GB" dirty="0" err="1"/>
              <a:t>sistema</a:t>
            </a:r>
            <a:endParaRPr dirty="0"/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AE981AF-5F86-D9EE-92DF-F757D9C90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661" y="737958"/>
            <a:ext cx="5962673" cy="4405542"/>
          </a:xfrm>
          <a:prstGeom prst="rect">
            <a:avLst/>
          </a:prstGeom>
        </p:spPr>
      </p:pic>
      <p:grpSp>
        <p:nvGrpSpPr>
          <p:cNvPr id="496" name="Google Shape;492;p18">
            <a:extLst>
              <a:ext uri="{FF2B5EF4-FFF2-40B4-BE49-F238E27FC236}">
                <a16:creationId xmlns:a16="http://schemas.microsoft.com/office/drawing/2014/main" id="{A235DF45-7C81-9A12-C82C-37299A8D4865}"/>
              </a:ext>
            </a:extLst>
          </p:cNvPr>
          <p:cNvGrpSpPr/>
          <p:nvPr/>
        </p:nvGrpSpPr>
        <p:grpSpPr>
          <a:xfrm>
            <a:off x="1244375" y="1616562"/>
            <a:ext cx="1839526" cy="3005600"/>
            <a:chOff x="2493112" y="1257953"/>
            <a:chExt cx="2021531" cy="3005600"/>
          </a:xfrm>
        </p:grpSpPr>
        <p:sp>
          <p:nvSpPr>
            <p:cNvPr id="497" name="Google Shape;493;p18">
              <a:extLst>
                <a:ext uri="{FF2B5EF4-FFF2-40B4-BE49-F238E27FC236}">
                  <a16:creationId xmlns:a16="http://schemas.microsoft.com/office/drawing/2014/main" id="{2CFF8D6D-40DE-610A-370B-BFA7980B104C}"/>
                </a:ext>
              </a:extLst>
            </p:cNvPr>
            <p:cNvSpPr/>
            <p:nvPr/>
          </p:nvSpPr>
          <p:spPr>
            <a:xfrm>
              <a:off x="2493112" y="1257953"/>
              <a:ext cx="1501875" cy="3005600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SV"/>
            </a:p>
          </p:txBody>
        </p:sp>
        <p:cxnSp>
          <p:nvCxnSpPr>
            <p:cNvPr id="498" name="Google Shape;494;p18">
              <a:extLst>
                <a:ext uri="{FF2B5EF4-FFF2-40B4-BE49-F238E27FC236}">
                  <a16:creationId xmlns:a16="http://schemas.microsoft.com/office/drawing/2014/main" id="{4638C56A-F3DC-7FEA-E5FE-FEF1D2D58CED}"/>
                </a:ext>
              </a:extLst>
            </p:cNvPr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9" name="Google Shape;495;p18">
              <a:extLst>
                <a:ext uri="{FF2B5EF4-FFF2-40B4-BE49-F238E27FC236}">
                  <a16:creationId xmlns:a16="http://schemas.microsoft.com/office/drawing/2014/main" id="{43CD57FC-7B62-E904-BDE0-8CCB03EFB6E3}"/>
                </a:ext>
              </a:extLst>
            </p:cNvPr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496;p18">
              <a:extLst>
                <a:ext uri="{FF2B5EF4-FFF2-40B4-BE49-F238E27FC236}">
                  <a16:creationId xmlns:a16="http://schemas.microsoft.com/office/drawing/2014/main" id="{A2D2632A-476A-84C7-F732-5751D759FBA4}"/>
                </a:ext>
              </a:extLst>
            </p:cNvPr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497;p18">
              <a:extLst>
                <a:ext uri="{FF2B5EF4-FFF2-40B4-BE49-F238E27FC236}">
                  <a16:creationId xmlns:a16="http://schemas.microsoft.com/office/drawing/2014/main" id="{9AAD3F42-AC5C-1CF6-9307-6D79E727217B}"/>
                </a:ext>
              </a:extLst>
            </p:cNvPr>
            <p:cNvCxnSpPr/>
            <p:nvPr/>
          </p:nvCxnSpPr>
          <p:spPr>
            <a:xfrm rot="10800000">
              <a:off x="3957843" y="4254027"/>
              <a:ext cx="5568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2" name="Google Shape;498;p18">
              <a:extLst>
                <a:ext uri="{FF2B5EF4-FFF2-40B4-BE49-F238E27FC236}">
                  <a16:creationId xmlns:a16="http://schemas.microsoft.com/office/drawing/2014/main" id="{16206A29-DFE1-278A-0A7D-2BFEA5AA465D}"/>
                </a:ext>
              </a:extLst>
            </p:cNvPr>
            <p:cNvSpPr/>
            <p:nvPr/>
          </p:nvSpPr>
          <p:spPr>
            <a:xfrm>
              <a:off x="2493112" y="1257953"/>
              <a:ext cx="1501875" cy="3005600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s-SV"/>
            </a:p>
          </p:txBody>
        </p:sp>
        <p:cxnSp>
          <p:nvCxnSpPr>
            <p:cNvPr id="503" name="Google Shape;499;p18">
              <a:extLst>
                <a:ext uri="{FF2B5EF4-FFF2-40B4-BE49-F238E27FC236}">
                  <a16:creationId xmlns:a16="http://schemas.microsoft.com/office/drawing/2014/main" id="{60F57068-21DC-8D11-FE53-52747C2A4CB4}"/>
                </a:ext>
              </a:extLst>
            </p:cNvPr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0;p18">
              <a:extLst>
                <a:ext uri="{FF2B5EF4-FFF2-40B4-BE49-F238E27FC236}">
                  <a16:creationId xmlns:a16="http://schemas.microsoft.com/office/drawing/2014/main" id="{DB34453B-2BB1-7119-354C-D6B3B83926F2}"/>
                </a:ext>
              </a:extLst>
            </p:cNvPr>
            <p:cNvCxnSpPr/>
            <p:nvPr/>
          </p:nvCxnSpPr>
          <p:spPr>
            <a:xfrm rot="10800000">
              <a:off x="4001343" y="2356864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1;p18">
              <a:extLst>
                <a:ext uri="{FF2B5EF4-FFF2-40B4-BE49-F238E27FC236}">
                  <a16:creationId xmlns:a16="http://schemas.microsoft.com/office/drawing/2014/main" id="{1A5F92DC-BDA1-9B1D-2185-F703BE635C42}"/>
                </a:ext>
              </a:extLst>
            </p:cNvPr>
            <p:cNvCxnSpPr/>
            <p:nvPr/>
          </p:nvCxnSpPr>
          <p:spPr>
            <a:xfrm rot="10800000">
              <a:off x="4001343" y="3320327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2;p18">
              <a:extLst>
                <a:ext uri="{FF2B5EF4-FFF2-40B4-BE49-F238E27FC236}">
                  <a16:creationId xmlns:a16="http://schemas.microsoft.com/office/drawing/2014/main" id="{C22D866D-D7A3-CCA5-EAD8-253F40D9A438}"/>
                </a:ext>
              </a:extLst>
            </p:cNvPr>
            <p:cNvCxnSpPr/>
            <p:nvPr/>
          </p:nvCxnSpPr>
          <p:spPr>
            <a:xfrm rot="10800000">
              <a:off x="3981843" y="4254027"/>
              <a:ext cx="532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Google Shape;504;p18">
            <a:extLst>
              <a:ext uri="{FF2B5EF4-FFF2-40B4-BE49-F238E27FC236}">
                <a16:creationId xmlns:a16="http://schemas.microsoft.com/office/drawing/2014/main" id="{FD794EA3-D186-0960-3D1F-F91859465BD2}"/>
              </a:ext>
            </a:extLst>
          </p:cNvPr>
          <p:cNvGrpSpPr/>
          <p:nvPr/>
        </p:nvGrpSpPr>
        <p:grpSpPr>
          <a:xfrm>
            <a:off x="22715" y="1796194"/>
            <a:ext cx="2430606" cy="3122348"/>
            <a:chOff x="2616388" y="1504175"/>
            <a:chExt cx="2082425" cy="2675075"/>
          </a:xfrm>
        </p:grpSpPr>
        <p:sp>
          <p:nvSpPr>
            <p:cNvPr id="5" name="Google Shape;505;p18">
              <a:extLst>
                <a:ext uri="{FF2B5EF4-FFF2-40B4-BE49-F238E27FC236}">
                  <a16:creationId xmlns:a16="http://schemas.microsoft.com/office/drawing/2014/main" id="{392F45FC-5712-74C3-3A61-55F640F0376E}"/>
                </a:ext>
              </a:extLst>
            </p:cNvPr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06;p18">
              <a:extLst>
                <a:ext uri="{FF2B5EF4-FFF2-40B4-BE49-F238E27FC236}">
                  <a16:creationId xmlns:a16="http://schemas.microsoft.com/office/drawing/2014/main" id="{A71EDD85-2B19-69C2-5FB1-FB593068A793}"/>
                </a:ext>
              </a:extLst>
            </p:cNvPr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07;p18">
              <a:extLst>
                <a:ext uri="{FF2B5EF4-FFF2-40B4-BE49-F238E27FC236}">
                  <a16:creationId xmlns:a16="http://schemas.microsoft.com/office/drawing/2014/main" id="{0C811F9A-F9B3-F2D3-59B2-1CF9DB4B8968}"/>
                </a:ext>
              </a:extLst>
            </p:cNvPr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508;p18">
              <a:extLst>
                <a:ext uri="{FF2B5EF4-FFF2-40B4-BE49-F238E27FC236}">
                  <a16:creationId xmlns:a16="http://schemas.microsoft.com/office/drawing/2014/main" id="{49054B30-FA9B-243B-208C-E8D172B8D414}"/>
                </a:ext>
              </a:extLst>
            </p:cNvPr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16" name="Google Shape;509;p18">
                <a:extLst>
                  <a:ext uri="{FF2B5EF4-FFF2-40B4-BE49-F238E27FC236}">
                    <a16:creationId xmlns:a16="http://schemas.microsoft.com/office/drawing/2014/main" id="{42860254-8B5D-AB78-FE21-2EBFA5B4ACE8}"/>
                  </a:ext>
                </a:extLst>
              </p:cNvPr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10;p18">
                <a:extLst>
                  <a:ext uri="{FF2B5EF4-FFF2-40B4-BE49-F238E27FC236}">
                    <a16:creationId xmlns:a16="http://schemas.microsoft.com/office/drawing/2014/main" id="{70AB76FB-ECA2-45A7-292F-CB7EFA11923E}"/>
                  </a:ext>
                </a:extLst>
              </p:cNvPr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511;p18">
                <a:extLst>
                  <a:ext uri="{FF2B5EF4-FFF2-40B4-BE49-F238E27FC236}">
                    <a16:creationId xmlns:a16="http://schemas.microsoft.com/office/drawing/2014/main" id="{125B4F68-FD61-03B4-0102-8F2A6580BEBB}"/>
                  </a:ext>
                </a:extLst>
              </p:cNvPr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12;p18">
                <a:extLst>
                  <a:ext uri="{FF2B5EF4-FFF2-40B4-BE49-F238E27FC236}">
                    <a16:creationId xmlns:a16="http://schemas.microsoft.com/office/drawing/2014/main" id="{E85F8A08-5D62-725D-4B63-28FF1A3F4E0E}"/>
                  </a:ext>
                </a:extLst>
              </p:cNvPr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13;p18">
                <a:extLst>
                  <a:ext uri="{FF2B5EF4-FFF2-40B4-BE49-F238E27FC236}">
                    <a16:creationId xmlns:a16="http://schemas.microsoft.com/office/drawing/2014/main" id="{C7051516-9BCD-504D-0A5A-2FD5C8E11F1F}"/>
                  </a:ext>
                </a:extLst>
              </p:cNvPr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14;p18">
                <a:extLst>
                  <a:ext uri="{FF2B5EF4-FFF2-40B4-BE49-F238E27FC236}">
                    <a16:creationId xmlns:a16="http://schemas.microsoft.com/office/drawing/2014/main" id="{F4D52E86-C19F-4724-1224-7C728389B1BB}"/>
                  </a:ext>
                </a:extLst>
              </p:cNvPr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15;p18">
                <a:extLst>
                  <a:ext uri="{FF2B5EF4-FFF2-40B4-BE49-F238E27FC236}">
                    <a16:creationId xmlns:a16="http://schemas.microsoft.com/office/drawing/2014/main" id="{9390A6D0-D880-291D-3D67-681D34BDC6AF}"/>
                  </a:ext>
                </a:extLst>
              </p:cNvPr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16;p18">
                <a:extLst>
                  <a:ext uri="{FF2B5EF4-FFF2-40B4-BE49-F238E27FC236}">
                    <a16:creationId xmlns:a16="http://schemas.microsoft.com/office/drawing/2014/main" id="{8803E8B2-1CCD-19A3-D329-6F21D08D1475}"/>
                  </a:ext>
                </a:extLst>
              </p:cNvPr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517;p18">
                <a:extLst>
                  <a:ext uri="{FF2B5EF4-FFF2-40B4-BE49-F238E27FC236}">
                    <a16:creationId xmlns:a16="http://schemas.microsoft.com/office/drawing/2014/main" id="{EB7B39E6-228B-DE68-3285-130FD36FC2EE}"/>
                  </a:ext>
                </a:extLst>
              </p:cNvPr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518;p18">
                <a:extLst>
                  <a:ext uri="{FF2B5EF4-FFF2-40B4-BE49-F238E27FC236}">
                    <a16:creationId xmlns:a16="http://schemas.microsoft.com/office/drawing/2014/main" id="{5AA67C6A-05A0-F91E-A8BB-0D7E7C2925F0}"/>
                  </a:ext>
                </a:extLst>
              </p:cNvPr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19;p18">
                <a:extLst>
                  <a:ext uri="{FF2B5EF4-FFF2-40B4-BE49-F238E27FC236}">
                    <a16:creationId xmlns:a16="http://schemas.microsoft.com/office/drawing/2014/main" id="{3B52ADC2-B538-96A9-B7F9-9167F8944399}"/>
                  </a:ext>
                </a:extLst>
              </p:cNvPr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20;p18">
                <a:extLst>
                  <a:ext uri="{FF2B5EF4-FFF2-40B4-BE49-F238E27FC236}">
                    <a16:creationId xmlns:a16="http://schemas.microsoft.com/office/drawing/2014/main" id="{EFA8A408-803A-3282-7BC4-BC67A359B43E}"/>
                  </a:ext>
                </a:extLst>
              </p:cNvPr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21;p18">
                <a:extLst>
                  <a:ext uri="{FF2B5EF4-FFF2-40B4-BE49-F238E27FC236}">
                    <a16:creationId xmlns:a16="http://schemas.microsoft.com/office/drawing/2014/main" id="{1AFF028D-150F-FF4F-D3C7-C1B773462EB0}"/>
                  </a:ext>
                </a:extLst>
              </p:cNvPr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22;p18">
                <a:extLst>
                  <a:ext uri="{FF2B5EF4-FFF2-40B4-BE49-F238E27FC236}">
                    <a16:creationId xmlns:a16="http://schemas.microsoft.com/office/drawing/2014/main" id="{97E9AD06-847E-C257-3828-6C78C4D00D0C}"/>
                  </a:ext>
                </a:extLst>
              </p:cNvPr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23;p18">
                <a:extLst>
                  <a:ext uri="{FF2B5EF4-FFF2-40B4-BE49-F238E27FC236}">
                    <a16:creationId xmlns:a16="http://schemas.microsoft.com/office/drawing/2014/main" id="{B7020376-6B26-B4ED-A5F7-FC256FA1D80C}"/>
                  </a:ext>
                </a:extLst>
              </p:cNvPr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24;p18">
                <a:extLst>
                  <a:ext uri="{FF2B5EF4-FFF2-40B4-BE49-F238E27FC236}">
                    <a16:creationId xmlns:a16="http://schemas.microsoft.com/office/drawing/2014/main" id="{FCAC7C53-7C56-B45B-6B06-51732BA5B03E}"/>
                  </a:ext>
                </a:extLst>
              </p:cNvPr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25;p18">
                <a:extLst>
                  <a:ext uri="{FF2B5EF4-FFF2-40B4-BE49-F238E27FC236}">
                    <a16:creationId xmlns:a16="http://schemas.microsoft.com/office/drawing/2014/main" id="{7BC10212-C612-E273-E9FF-93A83BF92B2E}"/>
                  </a:ext>
                </a:extLst>
              </p:cNvPr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26;p18">
                <a:extLst>
                  <a:ext uri="{FF2B5EF4-FFF2-40B4-BE49-F238E27FC236}">
                    <a16:creationId xmlns:a16="http://schemas.microsoft.com/office/drawing/2014/main" id="{ACAD2FA4-22E5-C9BB-8844-CA22B3F4B0DA}"/>
                  </a:ext>
                </a:extLst>
              </p:cNvPr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27;p18">
                <a:extLst>
                  <a:ext uri="{FF2B5EF4-FFF2-40B4-BE49-F238E27FC236}">
                    <a16:creationId xmlns:a16="http://schemas.microsoft.com/office/drawing/2014/main" id="{53BB1D3D-750D-FA0E-131E-79D53D3B6B72}"/>
                  </a:ext>
                </a:extLst>
              </p:cNvPr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28;p18">
                <a:extLst>
                  <a:ext uri="{FF2B5EF4-FFF2-40B4-BE49-F238E27FC236}">
                    <a16:creationId xmlns:a16="http://schemas.microsoft.com/office/drawing/2014/main" id="{8CF23146-1C82-1E54-208D-0D9D2DD3C515}"/>
                  </a:ext>
                </a:extLst>
              </p:cNvPr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29;p18">
                <a:extLst>
                  <a:ext uri="{FF2B5EF4-FFF2-40B4-BE49-F238E27FC236}">
                    <a16:creationId xmlns:a16="http://schemas.microsoft.com/office/drawing/2014/main" id="{AD402E9B-3DAD-6306-6D9D-0527BBD3505D}"/>
                  </a:ext>
                </a:extLst>
              </p:cNvPr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30;p18">
                <a:extLst>
                  <a:ext uri="{FF2B5EF4-FFF2-40B4-BE49-F238E27FC236}">
                    <a16:creationId xmlns:a16="http://schemas.microsoft.com/office/drawing/2014/main" id="{7097D8C1-4B00-B1FC-08CF-152A0EEBB69C}"/>
                  </a:ext>
                </a:extLst>
              </p:cNvPr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31;p18">
                <a:extLst>
                  <a:ext uri="{FF2B5EF4-FFF2-40B4-BE49-F238E27FC236}">
                    <a16:creationId xmlns:a16="http://schemas.microsoft.com/office/drawing/2014/main" id="{709E355F-FF1F-AC64-1093-D72037F12EBB}"/>
                  </a:ext>
                </a:extLst>
              </p:cNvPr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32;p18">
                <a:extLst>
                  <a:ext uri="{FF2B5EF4-FFF2-40B4-BE49-F238E27FC236}">
                    <a16:creationId xmlns:a16="http://schemas.microsoft.com/office/drawing/2014/main" id="{10490F73-7AE0-87A5-68EF-C72F0D70E4D5}"/>
                  </a:ext>
                </a:extLst>
              </p:cNvPr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33;p18">
                <a:extLst>
                  <a:ext uri="{FF2B5EF4-FFF2-40B4-BE49-F238E27FC236}">
                    <a16:creationId xmlns:a16="http://schemas.microsoft.com/office/drawing/2014/main" id="{1687CDB8-1DFA-8586-501B-F17CF240EC43}"/>
                  </a:ext>
                </a:extLst>
              </p:cNvPr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34;p18">
                <a:extLst>
                  <a:ext uri="{FF2B5EF4-FFF2-40B4-BE49-F238E27FC236}">
                    <a16:creationId xmlns:a16="http://schemas.microsoft.com/office/drawing/2014/main" id="{FBF7A7EC-6ADC-0595-9130-953F7EB605C6}"/>
                  </a:ext>
                </a:extLst>
              </p:cNvPr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35;p18">
                <a:extLst>
                  <a:ext uri="{FF2B5EF4-FFF2-40B4-BE49-F238E27FC236}">
                    <a16:creationId xmlns:a16="http://schemas.microsoft.com/office/drawing/2014/main" id="{8287CADC-FAF1-10E1-0888-43D232940CB8}"/>
                  </a:ext>
                </a:extLst>
              </p:cNvPr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36;p18">
                <a:extLst>
                  <a:ext uri="{FF2B5EF4-FFF2-40B4-BE49-F238E27FC236}">
                    <a16:creationId xmlns:a16="http://schemas.microsoft.com/office/drawing/2014/main" id="{EF35D0D9-FF15-9B92-FE22-FEBED26104F7}"/>
                  </a:ext>
                </a:extLst>
              </p:cNvPr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37;p18">
                <a:extLst>
                  <a:ext uri="{FF2B5EF4-FFF2-40B4-BE49-F238E27FC236}">
                    <a16:creationId xmlns:a16="http://schemas.microsoft.com/office/drawing/2014/main" id="{5DCA5D15-4814-5524-210A-ACAD5F3B7DC2}"/>
                  </a:ext>
                </a:extLst>
              </p:cNvPr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38;p18">
                <a:extLst>
                  <a:ext uri="{FF2B5EF4-FFF2-40B4-BE49-F238E27FC236}">
                    <a16:creationId xmlns:a16="http://schemas.microsoft.com/office/drawing/2014/main" id="{FE26178E-9470-5B4D-9E4B-3E628DE1E2F6}"/>
                  </a:ext>
                </a:extLst>
              </p:cNvPr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39;p18">
                <a:extLst>
                  <a:ext uri="{FF2B5EF4-FFF2-40B4-BE49-F238E27FC236}">
                    <a16:creationId xmlns:a16="http://schemas.microsoft.com/office/drawing/2014/main" id="{99B75EA0-14AC-EFC1-3218-54DFB5FA5C6E}"/>
                  </a:ext>
                </a:extLst>
              </p:cNvPr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40;p18">
                <a:extLst>
                  <a:ext uri="{FF2B5EF4-FFF2-40B4-BE49-F238E27FC236}">
                    <a16:creationId xmlns:a16="http://schemas.microsoft.com/office/drawing/2014/main" id="{3D6FEFC9-0E21-04F2-77F7-1B061F855A8E}"/>
                  </a:ext>
                </a:extLst>
              </p:cNvPr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41;p18">
                <a:extLst>
                  <a:ext uri="{FF2B5EF4-FFF2-40B4-BE49-F238E27FC236}">
                    <a16:creationId xmlns:a16="http://schemas.microsoft.com/office/drawing/2014/main" id="{EAC129A7-FCCD-0554-383C-657F155BE816}"/>
                  </a:ext>
                </a:extLst>
              </p:cNvPr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42;p18">
                <a:extLst>
                  <a:ext uri="{FF2B5EF4-FFF2-40B4-BE49-F238E27FC236}">
                    <a16:creationId xmlns:a16="http://schemas.microsoft.com/office/drawing/2014/main" id="{09FB18E7-B6B8-C73C-EFF8-278B3BE722A0}"/>
                  </a:ext>
                </a:extLst>
              </p:cNvPr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43;p18">
                <a:extLst>
                  <a:ext uri="{FF2B5EF4-FFF2-40B4-BE49-F238E27FC236}">
                    <a16:creationId xmlns:a16="http://schemas.microsoft.com/office/drawing/2014/main" id="{82763F5A-740F-A7C3-3278-A0005242B103}"/>
                  </a:ext>
                </a:extLst>
              </p:cNvPr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44;p18">
                <a:extLst>
                  <a:ext uri="{FF2B5EF4-FFF2-40B4-BE49-F238E27FC236}">
                    <a16:creationId xmlns:a16="http://schemas.microsoft.com/office/drawing/2014/main" id="{6D2C77B2-FE22-A826-5193-D5194F51538B}"/>
                  </a:ext>
                </a:extLst>
              </p:cNvPr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45;p18">
                <a:extLst>
                  <a:ext uri="{FF2B5EF4-FFF2-40B4-BE49-F238E27FC236}">
                    <a16:creationId xmlns:a16="http://schemas.microsoft.com/office/drawing/2014/main" id="{4547BECA-98BC-1755-0773-7EC5E3C8DA68}"/>
                  </a:ext>
                </a:extLst>
              </p:cNvPr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46;p18">
                <a:extLst>
                  <a:ext uri="{FF2B5EF4-FFF2-40B4-BE49-F238E27FC236}">
                    <a16:creationId xmlns:a16="http://schemas.microsoft.com/office/drawing/2014/main" id="{FD70078D-7D77-369C-ABC7-6D05AE21E823}"/>
                  </a:ext>
                </a:extLst>
              </p:cNvPr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7;p18">
                <a:extLst>
                  <a:ext uri="{FF2B5EF4-FFF2-40B4-BE49-F238E27FC236}">
                    <a16:creationId xmlns:a16="http://schemas.microsoft.com/office/drawing/2014/main" id="{7EC291D1-3E49-B91F-8294-1D2CED7DE079}"/>
                  </a:ext>
                </a:extLst>
              </p:cNvPr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48;p18">
                <a:extLst>
                  <a:ext uri="{FF2B5EF4-FFF2-40B4-BE49-F238E27FC236}">
                    <a16:creationId xmlns:a16="http://schemas.microsoft.com/office/drawing/2014/main" id="{82E4ED0F-CE6C-7AD3-E5BF-56A24BAE7888}"/>
                  </a:ext>
                </a:extLst>
              </p:cNvPr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49;p18">
                <a:extLst>
                  <a:ext uri="{FF2B5EF4-FFF2-40B4-BE49-F238E27FC236}">
                    <a16:creationId xmlns:a16="http://schemas.microsoft.com/office/drawing/2014/main" id="{24462BEF-D2E5-96C3-F400-716979B4C67E}"/>
                  </a:ext>
                </a:extLst>
              </p:cNvPr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50;p18">
                <a:extLst>
                  <a:ext uri="{FF2B5EF4-FFF2-40B4-BE49-F238E27FC236}">
                    <a16:creationId xmlns:a16="http://schemas.microsoft.com/office/drawing/2014/main" id="{650572AA-763D-A0FA-5C6C-95C1BB202B1D}"/>
                  </a:ext>
                </a:extLst>
              </p:cNvPr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51;p18">
                <a:extLst>
                  <a:ext uri="{FF2B5EF4-FFF2-40B4-BE49-F238E27FC236}">
                    <a16:creationId xmlns:a16="http://schemas.microsoft.com/office/drawing/2014/main" id="{498CDF7D-86E1-35E9-1D8C-2CEF4D65AAD0}"/>
                  </a:ext>
                </a:extLst>
              </p:cNvPr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52;p18">
                <a:extLst>
                  <a:ext uri="{FF2B5EF4-FFF2-40B4-BE49-F238E27FC236}">
                    <a16:creationId xmlns:a16="http://schemas.microsoft.com/office/drawing/2014/main" id="{F021A403-D358-9FE3-D479-0F8D97A4EA3E}"/>
                  </a:ext>
                </a:extLst>
              </p:cNvPr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53;p18">
                <a:extLst>
                  <a:ext uri="{FF2B5EF4-FFF2-40B4-BE49-F238E27FC236}">
                    <a16:creationId xmlns:a16="http://schemas.microsoft.com/office/drawing/2014/main" id="{2574A3A1-4861-C5E2-A3B2-4CF393428125}"/>
                  </a:ext>
                </a:extLst>
              </p:cNvPr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54;p18">
                <a:extLst>
                  <a:ext uri="{FF2B5EF4-FFF2-40B4-BE49-F238E27FC236}">
                    <a16:creationId xmlns:a16="http://schemas.microsoft.com/office/drawing/2014/main" id="{5F9787B2-22E8-4E50-F076-180B0C5C74BC}"/>
                  </a:ext>
                </a:extLst>
              </p:cNvPr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555;p18">
                <a:extLst>
                  <a:ext uri="{FF2B5EF4-FFF2-40B4-BE49-F238E27FC236}">
                    <a16:creationId xmlns:a16="http://schemas.microsoft.com/office/drawing/2014/main" id="{87189362-B1E7-DD7F-3205-1D0B4C5C66A9}"/>
                  </a:ext>
                </a:extLst>
              </p:cNvPr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56;p18">
                <a:extLst>
                  <a:ext uri="{FF2B5EF4-FFF2-40B4-BE49-F238E27FC236}">
                    <a16:creationId xmlns:a16="http://schemas.microsoft.com/office/drawing/2014/main" id="{BF887086-36E6-D940-F04B-DCBA2C1C6614}"/>
                  </a:ext>
                </a:extLst>
              </p:cNvPr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557;p18">
                <a:extLst>
                  <a:ext uri="{FF2B5EF4-FFF2-40B4-BE49-F238E27FC236}">
                    <a16:creationId xmlns:a16="http://schemas.microsoft.com/office/drawing/2014/main" id="{F5553FB1-5161-B71B-338C-1025937C171C}"/>
                  </a:ext>
                </a:extLst>
              </p:cNvPr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558;p18">
                <a:extLst>
                  <a:ext uri="{FF2B5EF4-FFF2-40B4-BE49-F238E27FC236}">
                    <a16:creationId xmlns:a16="http://schemas.microsoft.com/office/drawing/2014/main" id="{573204C4-1DDD-1FA3-785D-5081DF57E435}"/>
                  </a:ext>
                </a:extLst>
              </p:cNvPr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559;p18">
                <a:extLst>
                  <a:ext uri="{FF2B5EF4-FFF2-40B4-BE49-F238E27FC236}">
                    <a16:creationId xmlns:a16="http://schemas.microsoft.com/office/drawing/2014/main" id="{527521DE-044D-4D57-ED28-1BD538B564AF}"/>
                  </a:ext>
                </a:extLst>
              </p:cNvPr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560;p18">
                <a:extLst>
                  <a:ext uri="{FF2B5EF4-FFF2-40B4-BE49-F238E27FC236}">
                    <a16:creationId xmlns:a16="http://schemas.microsoft.com/office/drawing/2014/main" id="{C0186099-E762-F968-0FD7-4F8C5210AA1C}"/>
                  </a:ext>
                </a:extLst>
              </p:cNvPr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561;p18">
                <a:extLst>
                  <a:ext uri="{FF2B5EF4-FFF2-40B4-BE49-F238E27FC236}">
                    <a16:creationId xmlns:a16="http://schemas.microsoft.com/office/drawing/2014/main" id="{1D84F508-5DEA-C875-8EC7-D26933CEAB5E}"/>
                  </a:ext>
                </a:extLst>
              </p:cNvPr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562;p18">
                <a:extLst>
                  <a:ext uri="{FF2B5EF4-FFF2-40B4-BE49-F238E27FC236}">
                    <a16:creationId xmlns:a16="http://schemas.microsoft.com/office/drawing/2014/main" id="{538D9779-D852-8B68-649E-71C45AD61AA1}"/>
                  </a:ext>
                </a:extLst>
              </p:cNvPr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563;p18">
                <a:extLst>
                  <a:ext uri="{FF2B5EF4-FFF2-40B4-BE49-F238E27FC236}">
                    <a16:creationId xmlns:a16="http://schemas.microsoft.com/office/drawing/2014/main" id="{B6EA46EB-150F-1C2D-5591-D007409E54E7}"/>
                  </a:ext>
                </a:extLst>
              </p:cNvPr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564;p18">
                <a:extLst>
                  <a:ext uri="{FF2B5EF4-FFF2-40B4-BE49-F238E27FC236}">
                    <a16:creationId xmlns:a16="http://schemas.microsoft.com/office/drawing/2014/main" id="{C7B9FB90-8FAE-84F8-A644-7169844F0F19}"/>
                  </a:ext>
                </a:extLst>
              </p:cNvPr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565;p18">
              <a:extLst>
                <a:ext uri="{FF2B5EF4-FFF2-40B4-BE49-F238E27FC236}">
                  <a16:creationId xmlns:a16="http://schemas.microsoft.com/office/drawing/2014/main" id="{79737065-D709-136A-4AF2-871A1B0E1832}"/>
                </a:ext>
              </a:extLst>
            </p:cNvPr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66;p18">
              <a:extLst>
                <a:ext uri="{FF2B5EF4-FFF2-40B4-BE49-F238E27FC236}">
                  <a16:creationId xmlns:a16="http://schemas.microsoft.com/office/drawing/2014/main" id="{50685C27-F8B3-0080-4CD7-D63196B2A9B9}"/>
                </a:ext>
              </a:extLst>
            </p:cNvPr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67;p18">
              <a:extLst>
                <a:ext uri="{FF2B5EF4-FFF2-40B4-BE49-F238E27FC236}">
                  <a16:creationId xmlns:a16="http://schemas.microsoft.com/office/drawing/2014/main" id="{92390A93-52F9-D757-0290-C2A134A78CE7}"/>
                </a:ext>
              </a:extLst>
            </p:cNvPr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8;p18">
              <a:extLst>
                <a:ext uri="{FF2B5EF4-FFF2-40B4-BE49-F238E27FC236}">
                  <a16:creationId xmlns:a16="http://schemas.microsoft.com/office/drawing/2014/main" id="{715EADB2-BBCA-7190-2931-323D8EAD44CD}"/>
                </a:ext>
              </a:extLst>
            </p:cNvPr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69;p18">
              <a:extLst>
                <a:ext uri="{FF2B5EF4-FFF2-40B4-BE49-F238E27FC236}">
                  <a16:creationId xmlns:a16="http://schemas.microsoft.com/office/drawing/2014/main" id="{2D315524-DCB1-0636-4129-EA1060764354}"/>
                </a:ext>
              </a:extLst>
            </p:cNvPr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0;p18">
              <a:extLst>
                <a:ext uri="{FF2B5EF4-FFF2-40B4-BE49-F238E27FC236}">
                  <a16:creationId xmlns:a16="http://schemas.microsoft.com/office/drawing/2014/main" id="{B7F8ABC3-7AF0-AA71-ED7E-9906BBF4877C}"/>
                </a:ext>
              </a:extLst>
            </p:cNvPr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71;p18">
              <a:extLst>
                <a:ext uri="{FF2B5EF4-FFF2-40B4-BE49-F238E27FC236}">
                  <a16:creationId xmlns:a16="http://schemas.microsoft.com/office/drawing/2014/main" id="{B0CA4C44-69ED-BBBF-854A-C1D9890CB2E6}"/>
                </a:ext>
              </a:extLst>
            </p:cNvPr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19"/>
          <p:cNvGrpSpPr/>
          <p:nvPr/>
        </p:nvGrpSpPr>
        <p:grpSpPr>
          <a:xfrm flipH="1">
            <a:off x="6004425" y="1283325"/>
            <a:ext cx="672700" cy="2635025"/>
            <a:chOff x="2440250" y="1283325"/>
            <a:chExt cx="672700" cy="2635025"/>
          </a:xfrm>
        </p:grpSpPr>
        <p:grpSp>
          <p:nvGrpSpPr>
            <p:cNvPr id="618" name="Google Shape;618;p19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619" name="Google Shape;619;p19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19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19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19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24" name="Google Shape;624;p19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625" name="Google Shape;625;p19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6" name="Google Shape;626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7" name="Google Shape;627;p19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8" name="Google Shape;628;p19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19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30" name="Google Shape;630;p19"/>
          <p:cNvGrpSpPr/>
          <p:nvPr/>
        </p:nvGrpSpPr>
        <p:grpSpPr>
          <a:xfrm>
            <a:off x="2440250" y="1283325"/>
            <a:ext cx="672700" cy="2635025"/>
            <a:chOff x="2440250" y="1283325"/>
            <a:chExt cx="672700" cy="2635025"/>
          </a:xfrm>
        </p:grpSpPr>
        <p:grpSp>
          <p:nvGrpSpPr>
            <p:cNvPr id="631" name="Google Shape;631;p19"/>
            <p:cNvGrpSpPr/>
            <p:nvPr/>
          </p:nvGrpSpPr>
          <p:grpSpPr>
            <a:xfrm>
              <a:off x="2440325" y="1283325"/>
              <a:ext cx="672625" cy="2635017"/>
              <a:chOff x="2440325" y="1283325"/>
              <a:chExt cx="672625" cy="2635017"/>
            </a:xfrm>
          </p:grpSpPr>
          <p:cxnSp>
            <p:nvCxnSpPr>
              <p:cNvPr id="632" name="Google Shape;632;p19"/>
              <p:cNvCxnSpPr/>
              <p:nvPr/>
            </p:nvCxnSpPr>
            <p:spPr>
              <a:xfrm rot="10800000">
                <a:off x="2706150" y="2984984"/>
                <a:ext cx="4068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3" name="Google Shape;633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4" name="Google Shape;634;p19"/>
              <p:cNvCxnSpPr/>
              <p:nvPr/>
            </p:nvCxnSpPr>
            <p:spPr>
              <a:xfrm rot="10800000">
                <a:off x="2440325" y="1296075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5" name="Google Shape;635;p19"/>
              <p:cNvCxnSpPr/>
              <p:nvPr/>
            </p:nvCxnSpPr>
            <p:spPr>
              <a:xfrm rot="10800000">
                <a:off x="2440325" y="3918342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6" name="Google Shape;636;p19"/>
              <p:cNvCxnSpPr/>
              <p:nvPr/>
            </p:nvCxnSpPr>
            <p:spPr>
              <a:xfrm rot="10800000">
                <a:off x="2440325" y="2607209"/>
                <a:ext cx="281100" cy="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37" name="Google Shape;637;p19"/>
            <p:cNvGrpSpPr/>
            <p:nvPr/>
          </p:nvGrpSpPr>
          <p:grpSpPr>
            <a:xfrm>
              <a:off x="2440250" y="1283325"/>
              <a:ext cx="672688" cy="2635025"/>
              <a:chOff x="2440263" y="1283325"/>
              <a:chExt cx="672688" cy="2635025"/>
            </a:xfrm>
          </p:grpSpPr>
          <p:cxnSp>
            <p:nvCxnSpPr>
              <p:cNvPr id="638" name="Google Shape;638;p19"/>
              <p:cNvCxnSpPr/>
              <p:nvPr/>
            </p:nvCxnSpPr>
            <p:spPr>
              <a:xfrm rot="10800000">
                <a:off x="2686050" y="2984984"/>
                <a:ext cx="4269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19"/>
              <p:cNvCxnSpPr/>
              <p:nvPr/>
            </p:nvCxnSpPr>
            <p:spPr>
              <a:xfrm rot="10800000">
                <a:off x="2683250" y="1283325"/>
                <a:ext cx="0" cy="2629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19"/>
              <p:cNvCxnSpPr/>
              <p:nvPr/>
            </p:nvCxnSpPr>
            <p:spPr>
              <a:xfrm rot="10800000">
                <a:off x="2440263" y="1296075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19"/>
              <p:cNvCxnSpPr/>
              <p:nvPr/>
            </p:nvCxnSpPr>
            <p:spPr>
              <a:xfrm rot="10800000">
                <a:off x="2440263" y="3918350"/>
                <a:ext cx="257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19"/>
              <p:cNvCxnSpPr/>
              <p:nvPr/>
            </p:nvCxnSpPr>
            <p:spPr>
              <a:xfrm rot="10800000">
                <a:off x="2440288" y="2607200"/>
                <a:ext cx="256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43" name="Google Shape;643;p19"/>
          <p:cNvSpPr txBox="1">
            <a:spLocks noGrp="1"/>
          </p:cNvSpPr>
          <p:nvPr>
            <p:ph type="title"/>
          </p:nvPr>
        </p:nvSpPr>
        <p:spPr>
          <a:xfrm>
            <a:off x="514775" y="300700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 err="1"/>
              <a:t>Beneficios</a:t>
            </a:r>
            <a:r>
              <a:rPr lang="en-GB" dirty="0"/>
              <a:t> de la </a:t>
            </a:r>
            <a:r>
              <a:rPr lang="en-GB" dirty="0" err="1"/>
              <a:t>implementación</a:t>
            </a:r>
            <a:endParaRPr dirty="0"/>
          </a:p>
        </p:txBody>
      </p:sp>
      <p:grpSp>
        <p:nvGrpSpPr>
          <p:cNvPr id="644" name="Google Shape;644;p19"/>
          <p:cNvGrpSpPr/>
          <p:nvPr/>
        </p:nvGrpSpPr>
        <p:grpSpPr>
          <a:xfrm>
            <a:off x="3018283" y="1634595"/>
            <a:ext cx="3050210" cy="2381866"/>
            <a:chOff x="3018283" y="1634595"/>
            <a:chExt cx="3050210" cy="2381866"/>
          </a:xfrm>
        </p:grpSpPr>
        <p:grpSp>
          <p:nvGrpSpPr>
            <p:cNvPr id="645" name="Google Shape;645;p19"/>
            <p:cNvGrpSpPr/>
            <p:nvPr/>
          </p:nvGrpSpPr>
          <p:grpSpPr>
            <a:xfrm rot="3697694">
              <a:off x="4488459" y="2222237"/>
              <a:ext cx="1157423" cy="699014"/>
              <a:chOff x="3441057" y="2206786"/>
              <a:chExt cx="1157400" cy="699000"/>
            </a:xfrm>
          </p:grpSpPr>
          <p:cxnSp>
            <p:nvCxnSpPr>
              <p:cNvPr id="646" name="Google Shape;646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48" name="Google Shape;648;p19"/>
            <p:cNvGrpSpPr/>
            <p:nvPr/>
          </p:nvGrpSpPr>
          <p:grpSpPr>
            <a:xfrm rot="3697694">
              <a:off x="3953917" y="2602087"/>
              <a:ext cx="1157423" cy="699014"/>
              <a:chOff x="3441057" y="2206786"/>
              <a:chExt cx="1157400" cy="699000"/>
            </a:xfrm>
          </p:grpSpPr>
          <p:cxnSp>
            <p:nvCxnSpPr>
              <p:cNvPr id="649" name="Google Shape;649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0" name="Google Shape;650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1" name="Google Shape;651;p19"/>
            <p:cNvGrpSpPr/>
            <p:nvPr/>
          </p:nvGrpSpPr>
          <p:grpSpPr>
            <a:xfrm rot="3697694">
              <a:off x="3337463" y="2991674"/>
              <a:ext cx="1157423" cy="699014"/>
              <a:chOff x="3441057" y="2206786"/>
              <a:chExt cx="1157400" cy="699000"/>
            </a:xfrm>
          </p:grpSpPr>
          <p:cxnSp>
            <p:nvCxnSpPr>
              <p:cNvPr id="652" name="Google Shape;652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3" name="Google Shape;653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4" name="Google Shape;654;p19"/>
            <p:cNvGrpSpPr/>
            <p:nvPr/>
          </p:nvGrpSpPr>
          <p:grpSpPr>
            <a:xfrm>
              <a:off x="4028030" y="2544811"/>
              <a:ext cx="1157400" cy="699000"/>
              <a:chOff x="3441057" y="2206786"/>
              <a:chExt cx="1157400" cy="699000"/>
            </a:xfrm>
          </p:grpSpPr>
          <p:cxnSp>
            <p:nvCxnSpPr>
              <p:cNvPr id="655" name="Google Shape;655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6" name="Google Shape;656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7" name="Google Shape;657;p19"/>
            <p:cNvGrpSpPr/>
            <p:nvPr/>
          </p:nvGrpSpPr>
          <p:grpSpPr>
            <a:xfrm>
              <a:off x="4615002" y="2980236"/>
              <a:ext cx="1157400" cy="699000"/>
              <a:chOff x="3441057" y="2206786"/>
              <a:chExt cx="1157400" cy="699000"/>
            </a:xfrm>
          </p:grpSpPr>
          <p:cxnSp>
            <p:nvCxnSpPr>
              <p:cNvPr id="658" name="Google Shape;658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9" name="Google Shape;659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60" name="Google Shape;660;p19"/>
            <p:cNvGrpSpPr/>
            <p:nvPr/>
          </p:nvGrpSpPr>
          <p:grpSpPr>
            <a:xfrm>
              <a:off x="3441057" y="2206786"/>
              <a:ext cx="1157400" cy="699000"/>
              <a:chOff x="3441057" y="2206786"/>
              <a:chExt cx="1157400" cy="699000"/>
            </a:xfrm>
          </p:grpSpPr>
          <p:cxnSp>
            <p:nvCxnSpPr>
              <p:cNvPr id="661" name="Google Shape;661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7620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2" name="Google Shape;662;p19"/>
              <p:cNvCxnSpPr/>
              <p:nvPr/>
            </p:nvCxnSpPr>
            <p:spPr>
              <a:xfrm rot="10800000" flipH="1">
                <a:off x="3441057" y="2206786"/>
                <a:ext cx="1157400" cy="699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63" name="Google Shape;663;p19"/>
            <p:cNvGrpSpPr/>
            <p:nvPr/>
          </p:nvGrpSpPr>
          <p:grpSpPr>
            <a:xfrm>
              <a:off x="4226889" y="1634595"/>
              <a:ext cx="598632" cy="805372"/>
              <a:chOff x="3478424" y="1308364"/>
              <a:chExt cx="2187185" cy="2942536"/>
            </a:xfrm>
          </p:grpSpPr>
          <p:sp>
            <p:nvSpPr>
              <p:cNvPr id="664" name="Google Shape;664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08" name="Google Shape;708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0" name="Google Shape;710;p19"/>
            <p:cNvGrpSpPr/>
            <p:nvPr/>
          </p:nvGrpSpPr>
          <p:grpSpPr>
            <a:xfrm>
              <a:off x="4819732" y="1979138"/>
              <a:ext cx="598632" cy="805372"/>
              <a:chOff x="3478424" y="1308364"/>
              <a:chExt cx="2187185" cy="2942536"/>
            </a:xfrm>
          </p:grpSpPr>
          <p:sp>
            <p:nvSpPr>
              <p:cNvPr id="711" name="Google Shape;711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54" name="Google Shape;754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755" name="Google Shape;755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6" name="Google Shape;756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57" name="Google Shape;757;p19"/>
            <p:cNvGrpSpPr/>
            <p:nvPr/>
          </p:nvGrpSpPr>
          <p:grpSpPr>
            <a:xfrm>
              <a:off x="5469860" y="2359776"/>
              <a:ext cx="598632" cy="805372"/>
              <a:chOff x="3478424" y="1308364"/>
              <a:chExt cx="2187185" cy="2942536"/>
            </a:xfrm>
          </p:grpSpPr>
          <p:sp>
            <p:nvSpPr>
              <p:cNvPr id="758" name="Google Shape;758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1" name="Google Shape;801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02" name="Google Shape;802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04" name="Google Shape;804;p19"/>
            <p:cNvGrpSpPr/>
            <p:nvPr/>
          </p:nvGrpSpPr>
          <p:grpSpPr>
            <a:xfrm>
              <a:off x="3635042" y="1987866"/>
              <a:ext cx="598632" cy="805372"/>
              <a:chOff x="3478424" y="1308364"/>
              <a:chExt cx="2187185" cy="2942536"/>
            </a:xfrm>
          </p:grpSpPr>
          <p:sp>
            <p:nvSpPr>
              <p:cNvPr id="805" name="Google Shape;805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48" name="Google Shape;848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49" name="Google Shape;849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0" name="Google Shape;850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51" name="Google Shape;851;p19"/>
            <p:cNvGrpSpPr/>
            <p:nvPr/>
          </p:nvGrpSpPr>
          <p:grpSpPr>
            <a:xfrm>
              <a:off x="4227884" y="2332409"/>
              <a:ext cx="598632" cy="805372"/>
              <a:chOff x="3478424" y="1308364"/>
              <a:chExt cx="2187185" cy="2942536"/>
            </a:xfrm>
          </p:grpSpPr>
          <p:sp>
            <p:nvSpPr>
              <p:cNvPr id="852" name="Google Shape;852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5" name="Google Shape;895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896" name="Google Shape;896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98" name="Google Shape;898;p19"/>
            <p:cNvGrpSpPr/>
            <p:nvPr/>
          </p:nvGrpSpPr>
          <p:grpSpPr>
            <a:xfrm>
              <a:off x="4878013" y="2713047"/>
              <a:ext cx="598632" cy="805372"/>
              <a:chOff x="3478424" y="1308364"/>
              <a:chExt cx="2187185" cy="2942536"/>
            </a:xfrm>
          </p:grpSpPr>
          <p:sp>
            <p:nvSpPr>
              <p:cNvPr id="899" name="Google Shape;899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2" name="Google Shape;942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43" name="Google Shape;943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4" name="Google Shape;944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45" name="Google Shape;945;p19"/>
            <p:cNvGrpSpPr/>
            <p:nvPr/>
          </p:nvGrpSpPr>
          <p:grpSpPr>
            <a:xfrm>
              <a:off x="3018283" y="2357045"/>
              <a:ext cx="598632" cy="805372"/>
              <a:chOff x="3478424" y="1308364"/>
              <a:chExt cx="2187185" cy="2942536"/>
            </a:xfrm>
          </p:grpSpPr>
          <p:sp>
            <p:nvSpPr>
              <p:cNvPr id="946" name="Google Shape;946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89" name="Google Shape;989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990" name="Google Shape;990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92" name="Google Shape;992;p19"/>
            <p:cNvGrpSpPr/>
            <p:nvPr/>
          </p:nvGrpSpPr>
          <p:grpSpPr>
            <a:xfrm>
              <a:off x="3611125" y="2701588"/>
              <a:ext cx="598632" cy="805372"/>
              <a:chOff x="3478424" y="1308364"/>
              <a:chExt cx="2187185" cy="2942536"/>
            </a:xfrm>
          </p:grpSpPr>
          <p:sp>
            <p:nvSpPr>
              <p:cNvPr id="993" name="Google Shape;993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6" name="Google Shape;1036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37" name="Google Shape;1037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39" name="Google Shape;1039;p19"/>
            <p:cNvGrpSpPr/>
            <p:nvPr/>
          </p:nvGrpSpPr>
          <p:grpSpPr>
            <a:xfrm>
              <a:off x="4261254" y="3082226"/>
              <a:ext cx="598632" cy="805372"/>
              <a:chOff x="3478424" y="1308364"/>
              <a:chExt cx="2187185" cy="2942536"/>
            </a:xfrm>
          </p:grpSpPr>
          <p:sp>
            <p:nvSpPr>
              <p:cNvPr id="1040" name="Google Shape;1040;p19"/>
              <p:cNvSpPr/>
              <p:nvPr/>
            </p:nvSpPr>
            <p:spPr>
              <a:xfrm>
                <a:off x="3485139" y="2969821"/>
                <a:ext cx="2180470" cy="1281079"/>
              </a:xfrm>
              <a:custGeom>
                <a:avLst/>
                <a:gdLst/>
                <a:ahLst/>
                <a:cxnLst/>
                <a:rect l="l" t="t" r="r" b="b"/>
                <a:pathLst>
                  <a:path w="79261" h="46572" extrusionOk="0">
                    <a:moveTo>
                      <a:pt x="39635" y="1"/>
                    </a:moveTo>
                    <a:cubicBezTo>
                      <a:pt x="38749" y="1"/>
                      <a:pt x="37862" y="230"/>
                      <a:pt x="37065" y="688"/>
                    </a:cubicBezTo>
                    <a:lnTo>
                      <a:pt x="1679" y="21119"/>
                    </a:lnTo>
                    <a:cubicBezTo>
                      <a:pt x="1" y="22084"/>
                      <a:pt x="1" y="24489"/>
                      <a:pt x="1679" y="25453"/>
                    </a:cubicBezTo>
                    <a:lnTo>
                      <a:pt x="37065" y="45884"/>
                    </a:lnTo>
                    <a:cubicBezTo>
                      <a:pt x="37862" y="46343"/>
                      <a:pt x="38749" y="46572"/>
                      <a:pt x="39635" y="46572"/>
                    </a:cubicBezTo>
                    <a:cubicBezTo>
                      <a:pt x="40520" y="46572"/>
                      <a:pt x="41405" y="46343"/>
                      <a:pt x="42196" y="45884"/>
                    </a:cubicBezTo>
                    <a:lnTo>
                      <a:pt x="77594" y="25453"/>
                    </a:lnTo>
                    <a:cubicBezTo>
                      <a:pt x="79260" y="24489"/>
                      <a:pt x="79260" y="22084"/>
                      <a:pt x="77594" y="21119"/>
                    </a:cubicBezTo>
                    <a:lnTo>
                      <a:pt x="42196" y="688"/>
                    </a:lnTo>
                    <a:cubicBezTo>
                      <a:pt x="41405" y="230"/>
                      <a:pt x="40520" y="1"/>
                      <a:pt x="39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9"/>
              <p:cNvSpPr/>
              <p:nvPr/>
            </p:nvSpPr>
            <p:spPr>
              <a:xfrm>
                <a:off x="3793045" y="1947520"/>
                <a:ext cx="1550129" cy="2096604"/>
              </a:xfrm>
              <a:custGeom>
                <a:avLst/>
                <a:gdLst/>
                <a:ahLst/>
                <a:cxnLst/>
                <a:rect l="l" t="t" r="r" b="b"/>
                <a:pathLst>
                  <a:path w="52721" h="71307" extrusionOk="0">
                    <a:moveTo>
                      <a:pt x="52709" y="0"/>
                    </a:moveTo>
                    <a:lnTo>
                      <a:pt x="0" y="0"/>
                    </a:lnTo>
                    <a:lnTo>
                      <a:pt x="0" y="55495"/>
                    </a:lnTo>
                    <a:cubicBezTo>
                      <a:pt x="0" y="56090"/>
                      <a:pt x="321" y="56650"/>
                      <a:pt x="845" y="56948"/>
                    </a:cubicBezTo>
                    <a:lnTo>
                      <a:pt x="24646" y="70699"/>
                    </a:lnTo>
                    <a:cubicBezTo>
                      <a:pt x="25706" y="71306"/>
                      <a:pt x="27027" y="71306"/>
                      <a:pt x="28087" y="70699"/>
                    </a:cubicBezTo>
                    <a:lnTo>
                      <a:pt x="51876" y="56948"/>
                    </a:lnTo>
                    <a:cubicBezTo>
                      <a:pt x="52399" y="56650"/>
                      <a:pt x="52721" y="56090"/>
                      <a:pt x="52721" y="55495"/>
                    </a:cubicBezTo>
                    <a:lnTo>
                      <a:pt x="52721" y="5549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9"/>
              <p:cNvSpPr/>
              <p:nvPr/>
            </p:nvSpPr>
            <p:spPr>
              <a:xfrm>
                <a:off x="3784988" y="1482593"/>
                <a:ext cx="1566242" cy="929825"/>
              </a:xfrm>
              <a:custGeom>
                <a:avLst/>
                <a:gdLst/>
                <a:ahLst/>
                <a:cxnLst/>
                <a:rect l="l" t="t" r="r" b="b"/>
                <a:pathLst>
                  <a:path w="53269" h="31624" extrusionOk="0">
                    <a:moveTo>
                      <a:pt x="24920" y="31004"/>
                    </a:moveTo>
                    <a:lnTo>
                      <a:pt x="1119" y="17265"/>
                    </a:lnTo>
                    <a:cubicBezTo>
                      <a:pt x="0" y="16622"/>
                      <a:pt x="0" y="15002"/>
                      <a:pt x="1119" y="14359"/>
                    </a:cubicBezTo>
                    <a:lnTo>
                      <a:pt x="24920" y="620"/>
                    </a:lnTo>
                    <a:cubicBezTo>
                      <a:pt x="25980" y="1"/>
                      <a:pt x="27301" y="1"/>
                      <a:pt x="28361" y="620"/>
                    </a:cubicBezTo>
                    <a:lnTo>
                      <a:pt x="52150" y="14359"/>
                    </a:lnTo>
                    <a:cubicBezTo>
                      <a:pt x="53269" y="15002"/>
                      <a:pt x="53269" y="16622"/>
                      <a:pt x="52150" y="17265"/>
                    </a:cubicBezTo>
                    <a:lnTo>
                      <a:pt x="28361" y="31004"/>
                    </a:lnTo>
                    <a:cubicBezTo>
                      <a:pt x="27289" y="31624"/>
                      <a:pt x="25980" y="31624"/>
                      <a:pt x="24920" y="31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9"/>
              <p:cNvSpPr/>
              <p:nvPr/>
            </p:nvSpPr>
            <p:spPr>
              <a:xfrm>
                <a:off x="3818244" y="2089627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61"/>
                    </a:lnTo>
                    <a:lnTo>
                      <a:pt x="0" y="1"/>
                    </a:lnTo>
                    <a:lnTo>
                      <a:pt x="24194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9"/>
              <p:cNvSpPr/>
              <p:nvPr/>
            </p:nvSpPr>
            <p:spPr>
              <a:xfrm>
                <a:off x="3818244" y="2153697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9"/>
              <p:cNvSpPr/>
              <p:nvPr/>
            </p:nvSpPr>
            <p:spPr>
              <a:xfrm>
                <a:off x="3818244" y="2218120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9"/>
              <p:cNvSpPr/>
              <p:nvPr/>
            </p:nvSpPr>
            <p:spPr>
              <a:xfrm>
                <a:off x="3818244" y="228254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9"/>
              <p:cNvSpPr/>
              <p:nvPr/>
            </p:nvSpPr>
            <p:spPr>
              <a:xfrm>
                <a:off x="3818244" y="2346966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9"/>
              <p:cNvSpPr/>
              <p:nvPr/>
            </p:nvSpPr>
            <p:spPr>
              <a:xfrm>
                <a:off x="3818244" y="246178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9"/>
              <p:cNvSpPr/>
              <p:nvPr/>
            </p:nvSpPr>
            <p:spPr>
              <a:xfrm>
                <a:off x="3818244" y="2526209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9"/>
              <p:cNvSpPr/>
              <p:nvPr/>
            </p:nvSpPr>
            <p:spPr>
              <a:xfrm>
                <a:off x="3818244" y="2590250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9"/>
              <p:cNvSpPr/>
              <p:nvPr/>
            </p:nvSpPr>
            <p:spPr>
              <a:xfrm>
                <a:off x="3818244" y="2654673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9"/>
              <p:cNvSpPr/>
              <p:nvPr/>
            </p:nvSpPr>
            <p:spPr>
              <a:xfrm>
                <a:off x="3818244" y="271909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9"/>
              <p:cNvSpPr/>
              <p:nvPr/>
            </p:nvSpPr>
            <p:spPr>
              <a:xfrm>
                <a:off x="3818244" y="283391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9"/>
              <p:cNvSpPr/>
              <p:nvPr/>
            </p:nvSpPr>
            <p:spPr>
              <a:xfrm>
                <a:off x="3818244" y="289833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9"/>
              <p:cNvSpPr/>
              <p:nvPr/>
            </p:nvSpPr>
            <p:spPr>
              <a:xfrm>
                <a:off x="3818244" y="2962762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9"/>
              <p:cNvSpPr/>
              <p:nvPr/>
            </p:nvSpPr>
            <p:spPr>
              <a:xfrm>
                <a:off x="3818244" y="3026803"/>
                <a:ext cx="711364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9" extrusionOk="0">
                    <a:moveTo>
                      <a:pt x="24194" y="15539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9"/>
              <p:cNvSpPr/>
              <p:nvPr/>
            </p:nvSpPr>
            <p:spPr>
              <a:xfrm>
                <a:off x="3818244" y="309122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72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9"/>
              <p:cNvSpPr/>
              <p:nvPr/>
            </p:nvSpPr>
            <p:spPr>
              <a:xfrm>
                <a:off x="3818244" y="3206046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7"/>
                    </a:moveTo>
                    <a:lnTo>
                      <a:pt x="0" y="1573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9"/>
              <p:cNvSpPr/>
              <p:nvPr/>
            </p:nvSpPr>
            <p:spPr>
              <a:xfrm>
                <a:off x="3818244" y="3270469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1"/>
                    </a:lnTo>
                    <a:lnTo>
                      <a:pt x="24194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9"/>
              <p:cNvSpPr/>
              <p:nvPr/>
            </p:nvSpPr>
            <p:spPr>
              <a:xfrm>
                <a:off x="3818244" y="3334892"/>
                <a:ext cx="711364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7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19"/>
              <p:cNvSpPr/>
              <p:nvPr/>
            </p:nvSpPr>
            <p:spPr>
              <a:xfrm>
                <a:off x="3818244" y="3399315"/>
                <a:ext cx="711364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26" extrusionOk="0">
                    <a:moveTo>
                      <a:pt x="24194" y="15526"/>
                    </a:moveTo>
                    <a:lnTo>
                      <a:pt x="0" y="1560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19"/>
              <p:cNvSpPr/>
              <p:nvPr/>
            </p:nvSpPr>
            <p:spPr>
              <a:xfrm>
                <a:off x="3818244" y="3463385"/>
                <a:ext cx="711364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94" h="15538" extrusionOk="0">
                    <a:moveTo>
                      <a:pt x="24194" y="15538"/>
                    </a:moveTo>
                    <a:lnTo>
                      <a:pt x="0" y="1572"/>
                    </a:lnTo>
                    <a:lnTo>
                      <a:pt x="0" y="0"/>
                    </a:lnTo>
                    <a:lnTo>
                      <a:pt x="24194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19"/>
              <p:cNvSpPr/>
              <p:nvPr/>
            </p:nvSpPr>
            <p:spPr>
              <a:xfrm>
                <a:off x="4606639" y="2089627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61"/>
                    </a:lnTo>
                    <a:lnTo>
                      <a:pt x="24182" y="1"/>
                    </a:lnTo>
                    <a:lnTo>
                      <a:pt x="0" y="1395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19"/>
              <p:cNvSpPr/>
              <p:nvPr/>
            </p:nvSpPr>
            <p:spPr>
              <a:xfrm>
                <a:off x="4606639" y="2153697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19"/>
              <p:cNvSpPr/>
              <p:nvPr/>
            </p:nvSpPr>
            <p:spPr>
              <a:xfrm>
                <a:off x="4606639" y="2218120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19"/>
              <p:cNvSpPr/>
              <p:nvPr/>
            </p:nvSpPr>
            <p:spPr>
              <a:xfrm>
                <a:off x="4606639" y="228254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19"/>
              <p:cNvSpPr/>
              <p:nvPr/>
            </p:nvSpPr>
            <p:spPr>
              <a:xfrm>
                <a:off x="4606639" y="2346966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19"/>
              <p:cNvSpPr/>
              <p:nvPr/>
            </p:nvSpPr>
            <p:spPr>
              <a:xfrm>
                <a:off x="4606639" y="246178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19"/>
              <p:cNvSpPr/>
              <p:nvPr/>
            </p:nvSpPr>
            <p:spPr>
              <a:xfrm>
                <a:off x="4606639" y="2526209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19"/>
              <p:cNvSpPr/>
              <p:nvPr/>
            </p:nvSpPr>
            <p:spPr>
              <a:xfrm>
                <a:off x="4606639" y="2590250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19"/>
              <p:cNvSpPr/>
              <p:nvPr/>
            </p:nvSpPr>
            <p:spPr>
              <a:xfrm>
                <a:off x="4606639" y="2654673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19"/>
              <p:cNvSpPr/>
              <p:nvPr/>
            </p:nvSpPr>
            <p:spPr>
              <a:xfrm>
                <a:off x="4606639" y="271909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19"/>
              <p:cNvSpPr/>
              <p:nvPr/>
            </p:nvSpPr>
            <p:spPr>
              <a:xfrm>
                <a:off x="4606639" y="283391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19"/>
              <p:cNvSpPr/>
              <p:nvPr/>
            </p:nvSpPr>
            <p:spPr>
              <a:xfrm>
                <a:off x="4606639" y="289833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19"/>
              <p:cNvSpPr/>
              <p:nvPr/>
            </p:nvSpPr>
            <p:spPr>
              <a:xfrm>
                <a:off x="4606639" y="2962762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5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19"/>
              <p:cNvSpPr/>
              <p:nvPr/>
            </p:nvSpPr>
            <p:spPr>
              <a:xfrm>
                <a:off x="4606639" y="3026803"/>
                <a:ext cx="711011" cy="456885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9" extrusionOk="0">
                    <a:moveTo>
                      <a:pt x="0" y="15539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19"/>
              <p:cNvSpPr/>
              <p:nvPr/>
            </p:nvSpPr>
            <p:spPr>
              <a:xfrm>
                <a:off x="4606639" y="309122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72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19"/>
              <p:cNvSpPr/>
              <p:nvPr/>
            </p:nvSpPr>
            <p:spPr>
              <a:xfrm>
                <a:off x="4606639" y="3206046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7"/>
                    </a:moveTo>
                    <a:lnTo>
                      <a:pt x="24182" y="1573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19"/>
              <p:cNvSpPr/>
              <p:nvPr/>
            </p:nvSpPr>
            <p:spPr>
              <a:xfrm>
                <a:off x="4606639" y="3270469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1"/>
                    </a:lnTo>
                    <a:lnTo>
                      <a:pt x="0" y="139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19"/>
              <p:cNvSpPr/>
              <p:nvPr/>
            </p:nvSpPr>
            <p:spPr>
              <a:xfrm>
                <a:off x="4606639" y="3334892"/>
                <a:ext cx="711011" cy="45653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7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19"/>
              <p:cNvSpPr/>
              <p:nvPr/>
            </p:nvSpPr>
            <p:spPr>
              <a:xfrm>
                <a:off x="4606639" y="3399315"/>
                <a:ext cx="711011" cy="456503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26" extrusionOk="0">
                    <a:moveTo>
                      <a:pt x="0" y="15526"/>
                    </a:moveTo>
                    <a:lnTo>
                      <a:pt x="24182" y="1560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9"/>
              <p:cNvSpPr/>
              <p:nvPr/>
            </p:nvSpPr>
            <p:spPr>
              <a:xfrm>
                <a:off x="4606639" y="3463385"/>
                <a:ext cx="711011" cy="456856"/>
              </a:xfrm>
              <a:custGeom>
                <a:avLst/>
                <a:gdLst/>
                <a:ahLst/>
                <a:cxnLst/>
                <a:rect l="l" t="t" r="r" b="b"/>
                <a:pathLst>
                  <a:path w="24182" h="15538" extrusionOk="0">
                    <a:moveTo>
                      <a:pt x="0" y="15538"/>
                    </a:moveTo>
                    <a:lnTo>
                      <a:pt x="24182" y="1572"/>
                    </a:lnTo>
                    <a:lnTo>
                      <a:pt x="24182" y="0"/>
                    </a:lnTo>
                    <a:lnTo>
                      <a:pt x="0" y="1396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rgbClr val="F587E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3" name="Google Shape;1083;p19"/>
              <p:cNvGrpSpPr/>
              <p:nvPr/>
            </p:nvGrpSpPr>
            <p:grpSpPr>
              <a:xfrm>
                <a:off x="3478424" y="1308364"/>
                <a:ext cx="2180470" cy="1878295"/>
                <a:chOff x="5553063" y="1487604"/>
                <a:chExt cx="1981525" cy="1707075"/>
              </a:xfrm>
            </p:grpSpPr>
            <p:sp>
              <p:nvSpPr>
                <p:cNvPr id="1084" name="Google Shape;1084;p19"/>
                <p:cNvSpPr/>
                <p:nvPr/>
              </p:nvSpPr>
              <p:spPr>
                <a:xfrm>
                  <a:off x="5563488" y="2071829"/>
                  <a:ext cx="1960975" cy="11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39" h="44914" extrusionOk="0">
                      <a:moveTo>
                        <a:pt x="12" y="1"/>
                      </a:moveTo>
                      <a:cubicBezTo>
                        <a:pt x="12" y="72"/>
                        <a:pt x="12" y="132"/>
                        <a:pt x="12" y="191"/>
                      </a:cubicBezTo>
                      <a:cubicBezTo>
                        <a:pt x="12" y="263"/>
                        <a:pt x="12" y="322"/>
                        <a:pt x="12" y="394"/>
                      </a:cubicBezTo>
                      <a:cubicBezTo>
                        <a:pt x="12" y="453"/>
                        <a:pt x="12" y="525"/>
                        <a:pt x="12" y="584"/>
                      </a:cubicBezTo>
                      <a:cubicBezTo>
                        <a:pt x="12" y="656"/>
                        <a:pt x="12" y="715"/>
                        <a:pt x="12" y="775"/>
                      </a:cubicBezTo>
                      <a:cubicBezTo>
                        <a:pt x="12" y="846"/>
                        <a:pt x="12" y="906"/>
                        <a:pt x="12" y="977"/>
                      </a:cubicBezTo>
                      <a:cubicBezTo>
                        <a:pt x="12" y="1037"/>
                        <a:pt x="12" y="1108"/>
                        <a:pt x="12" y="1167"/>
                      </a:cubicBezTo>
                      <a:cubicBezTo>
                        <a:pt x="12" y="1239"/>
                        <a:pt x="12" y="1298"/>
                        <a:pt x="12" y="1358"/>
                      </a:cubicBezTo>
                      <a:cubicBezTo>
                        <a:pt x="12" y="1429"/>
                        <a:pt x="12" y="1489"/>
                        <a:pt x="12" y="1560"/>
                      </a:cubicBezTo>
                      <a:cubicBezTo>
                        <a:pt x="12" y="1620"/>
                        <a:pt x="12" y="1691"/>
                        <a:pt x="12" y="1751"/>
                      </a:cubicBezTo>
                      <a:cubicBezTo>
                        <a:pt x="12" y="1822"/>
                        <a:pt x="12" y="1882"/>
                        <a:pt x="12" y="1941"/>
                      </a:cubicBezTo>
                      <a:cubicBezTo>
                        <a:pt x="12" y="2013"/>
                        <a:pt x="12" y="2072"/>
                        <a:pt x="12" y="2144"/>
                      </a:cubicBezTo>
                      <a:cubicBezTo>
                        <a:pt x="12" y="2203"/>
                        <a:pt x="12" y="2275"/>
                        <a:pt x="12" y="2334"/>
                      </a:cubicBezTo>
                      <a:cubicBezTo>
                        <a:pt x="12" y="2406"/>
                        <a:pt x="12" y="2465"/>
                        <a:pt x="12" y="2525"/>
                      </a:cubicBezTo>
                      <a:cubicBezTo>
                        <a:pt x="12" y="2596"/>
                        <a:pt x="12" y="2656"/>
                        <a:pt x="12" y="2727"/>
                      </a:cubicBezTo>
                      <a:cubicBezTo>
                        <a:pt x="12" y="2787"/>
                        <a:pt x="12" y="2858"/>
                        <a:pt x="12" y="2918"/>
                      </a:cubicBezTo>
                      <a:cubicBezTo>
                        <a:pt x="12" y="2989"/>
                        <a:pt x="12" y="3049"/>
                        <a:pt x="12" y="3108"/>
                      </a:cubicBezTo>
                      <a:cubicBezTo>
                        <a:pt x="12" y="3180"/>
                        <a:pt x="12" y="3239"/>
                        <a:pt x="12" y="3311"/>
                      </a:cubicBezTo>
                      <a:cubicBezTo>
                        <a:pt x="12" y="3370"/>
                        <a:pt x="12" y="3442"/>
                        <a:pt x="12" y="3501"/>
                      </a:cubicBezTo>
                      <a:cubicBezTo>
                        <a:pt x="12" y="3573"/>
                        <a:pt x="12" y="3632"/>
                        <a:pt x="12" y="3692"/>
                      </a:cubicBezTo>
                      <a:cubicBezTo>
                        <a:pt x="12" y="3763"/>
                        <a:pt x="12" y="3823"/>
                        <a:pt x="12" y="3894"/>
                      </a:cubicBezTo>
                      <a:cubicBezTo>
                        <a:pt x="12" y="3954"/>
                        <a:pt x="12" y="4025"/>
                        <a:pt x="12" y="4085"/>
                      </a:cubicBezTo>
                      <a:cubicBezTo>
                        <a:pt x="12" y="4156"/>
                        <a:pt x="12" y="4215"/>
                        <a:pt x="12" y="4275"/>
                      </a:cubicBezTo>
                      <a:cubicBezTo>
                        <a:pt x="12" y="4346"/>
                        <a:pt x="12" y="4406"/>
                        <a:pt x="12" y="4477"/>
                      </a:cubicBezTo>
                      <a:cubicBezTo>
                        <a:pt x="12" y="4537"/>
                        <a:pt x="12" y="4608"/>
                        <a:pt x="12" y="4668"/>
                      </a:cubicBezTo>
                      <a:cubicBezTo>
                        <a:pt x="12" y="4739"/>
                        <a:pt x="12" y="4799"/>
                        <a:pt x="12" y="4858"/>
                      </a:cubicBezTo>
                      <a:cubicBezTo>
                        <a:pt x="12" y="4930"/>
                        <a:pt x="12" y="4989"/>
                        <a:pt x="12" y="5061"/>
                      </a:cubicBezTo>
                      <a:cubicBezTo>
                        <a:pt x="12" y="5120"/>
                        <a:pt x="12" y="5192"/>
                        <a:pt x="12" y="5251"/>
                      </a:cubicBezTo>
                      <a:cubicBezTo>
                        <a:pt x="12" y="5323"/>
                        <a:pt x="12" y="5382"/>
                        <a:pt x="12" y="5442"/>
                      </a:cubicBezTo>
                      <a:cubicBezTo>
                        <a:pt x="12" y="5513"/>
                        <a:pt x="12" y="5573"/>
                        <a:pt x="12" y="5644"/>
                      </a:cubicBezTo>
                      <a:cubicBezTo>
                        <a:pt x="12" y="5704"/>
                        <a:pt x="12" y="5775"/>
                        <a:pt x="12" y="5835"/>
                      </a:cubicBezTo>
                      <a:cubicBezTo>
                        <a:pt x="12" y="5906"/>
                        <a:pt x="12" y="5966"/>
                        <a:pt x="12" y="6025"/>
                      </a:cubicBezTo>
                      <a:cubicBezTo>
                        <a:pt x="12" y="6097"/>
                        <a:pt x="12" y="6156"/>
                        <a:pt x="12" y="6228"/>
                      </a:cubicBezTo>
                      <a:cubicBezTo>
                        <a:pt x="12" y="6287"/>
                        <a:pt x="12" y="6359"/>
                        <a:pt x="12" y="6418"/>
                      </a:cubicBezTo>
                      <a:cubicBezTo>
                        <a:pt x="12" y="6490"/>
                        <a:pt x="12" y="6549"/>
                        <a:pt x="12" y="6609"/>
                      </a:cubicBezTo>
                      <a:cubicBezTo>
                        <a:pt x="12" y="6680"/>
                        <a:pt x="12" y="6740"/>
                        <a:pt x="12" y="6811"/>
                      </a:cubicBezTo>
                      <a:cubicBezTo>
                        <a:pt x="12" y="6871"/>
                        <a:pt x="12" y="6942"/>
                        <a:pt x="12" y="7002"/>
                      </a:cubicBezTo>
                      <a:cubicBezTo>
                        <a:pt x="12" y="7073"/>
                        <a:pt x="12" y="7132"/>
                        <a:pt x="12" y="7192"/>
                      </a:cubicBezTo>
                      <a:cubicBezTo>
                        <a:pt x="12" y="7263"/>
                        <a:pt x="12" y="7323"/>
                        <a:pt x="12" y="7394"/>
                      </a:cubicBezTo>
                      <a:cubicBezTo>
                        <a:pt x="12" y="7454"/>
                        <a:pt x="12" y="7525"/>
                        <a:pt x="12" y="7585"/>
                      </a:cubicBezTo>
                      <a:cubicBezTo>
                        <a:pt x="12" y="7656"/>
                        <a:pt x="12" y="7716"/>
                        <a:pt x="12" y="7775"/>
                      </a:cubicBezTo>
                      <a:cubicBezTo>
                        <a:pt x="12" y="7847"/>
                        <a:pt x="12" y="7906"/>
                        <a:pt x="12" y="7978"/>
                      </a:cubicBezTo>
                      <a:cubicBezTo>
                        <a:pt x="12" y="8037"/>
                        <a:pt x="12" y="8109"/>
                        <a:pt x="12" y="8168"/>
                      </a:cubicBezTo>
                      <a:cubicBezTo>
                        <a:pt x="12" y="8228"/>
                        <a:pt x="12" y="8299"/>
                        <a:pt x="12" y="8359"/>
                      </a:cubicBezTo>
                      <a:cubicBezTo>
                        <a:pt x="12" y="8430"/>
                        <a:pt x="12" y="8490"/>
                        <a:pt x="12" y="8561"/>
                      </a:cubicBezTo>
                      <a:cubicBezTo>
                        <a:pt x="12" y="8621"/>
                        <a:pt x="12" y="8692"/>
                        <a:pt x="12" y="8752"/>
                      </a:cubicBezTo>
                      <a:cubicBezTo>
                        <a:pt x="12" y="8811"/>
                        <a:pt x="12" y="8883"/>
                        <a:pt x="12" y="8942"/>
                      </a:cubicBezTo>
                      <a:cubicBezTo>
                        <a:pt x="12" y="9014"/>
                        <a:pt x="12" y="9073"/>
                        <a:pt x="12" y="9145"/>
                      </a:cubicBezTo>
                      <a:cubicBezTo>
                        <a:pt x="12" y="9204"/>
                        <a:pt x="12" y="9276"/>
                        <a:pt x="12" y="9335"/>
                      </a:cubicBezTo>
                      <a:cubicBezTo>
                        <a:pt x="12" y="9395"/>
                        <a:pt x="12" y="9466"/>
                        <a:pt x="12" y="9526"/>
                      </a:cubicBezTo>
                      <a:cubicBezTo>
                        <a:pt x="12" y="9597"/>
                        <a:pt x="12" y="9657"/>
                        <a:pt x="12" y="9728"/>
                      </a:cubicBezTo>
                      <a:cubicBezTo>
                        <a:pt x="12" y="9788"/>
                        <a:pt x="12" y="9859"/>
                        <a:pt x="12" y="9919"/>
                      </a:cubicBezTo>
                      <a:cubicBezTo>
                        <a:pt x="12" y="9978"/>
                        <a:pt x="12" y="10050"/>
                        <a:pt x="12" y="10109"/>
                      </a:cubicBezTo>
                      <a:cubicBezTo>
                        <a:pt x="12" y="10180"/>
                        <a:pt x="12" y="10240"/>
                        <a:pt x="12" y="10311"/>
                      </a:cubicBezTo>
                      <a:cubicBezTo>
                        <a:pt x="12" y="10371"/>
                        <a:pt x="12" y="10442"/>
                        <a:pt x="12" y="10502"/>
                      </a:cubicBezTo>
                      <a:cubicBezTo>
                        <a:pt x="12" y="10561"/>
                        <a:pt x="12" y="10633"/>
                        <a:pt x="12" y="10692"/>
                      </a:cubicBezTo>
                      <a:cubicBezTo>
                        <a:pt x="12" y="10764"/>
                        <a:pt x="12" y="10823"/>
                        <a:pt x="12" y="10895"/>
                      </a:cubicBezTo>
                      <a:cubicBezTo>
                        <a:pt x="12" y="10954"/>
                        <a:pt x="12" y="11026"/>
                        <a:pt x="12" y="11085"/>
                      </a:cubicBezTo>
                      <a:cubicBezTo>
                        <a:pt x="12" y="11145"/>
                        <a:pt x="12" y="11216"/>
                        <a:pt x="12" y="11276"/>
                      </a:cubicBezTo>
                      <a:cubicBezTo>
                        <a:pt x="12" y="11347"/>
                        <a:pt x="12" y="11407"/>
                        <a:pt x="12" y="11478"/>
                      </a:cubicBezTo>
                      <a:cubicBezTo>
                        <a:pt x="12" y="11538"/>
                        <a:pt x="12" y="11609"/>
                        <a:pt x="12" y="11669"/>
                      </a:cubicBezTo>
                      <a:cubicBezTo>
                        <a:pt x="12" y="11728"/>
                        <a:pt x="12" y="11800"/>
                        <a:pt x="12" y="11859"/>
                      </a:cubicBezTo>
                      <a:cubicBezTo>
                        <a:pt x="12" y="11931"/>
                        <a:pt x="12" y="11990"/>
                        <a:pt x="12" y="12062"/>
                      </a:cubicBezTo>
                      <a:cubicBezTo>
                        <a:pt x="12" y="12121"/>
                        <a:pt x="12" y="12193"/>
                        <a:pt x="12" y="12252"/>
                      </a:cubicBezTo>
                      <a:cubicBezTo>
                        <a:pt x="12" y="12312"/>
                        <a:pt x="12" y="12383"/>
                        <a:pt x="12" y="12443"/>
                      </a:cubicBezTo>
                      <a:cubicBezTo>
                        <a:pt x="12" y="12514"/>
                        <a:pt x="12" y="12574"/>
                        <a:pt x="12" y="12645"/>
                      </a:cubicBezTo>
                      <a:cubicBezTo>
                        <a:pt x="12" y="12705"/>
                        <a:pt x="12" y="12776"/>
                        <a:pt x="12" y="12836"/>
                      </a:cubicBezTo>
                      <a:cubicBezTo>
                        <a:pt x="12" y="12895"/>
                        <a:pt x="12" y="12967"/>
                        <a:pt x="12" y="13026"/>
                      </a:cubicBezTo>
                      <a:cubicBezTo>
                        <a:pt x="12" y="13098"/>
                        <a:pt x="12" y="13157"/>
                        <a:pt x="12" y="13228"/>
                      </a:cubicBezTo>
                      <a:cubicBezTo>
                        <a:pt x="12" y="13288"/>
                        <a:pt x="12" y="13359"/>
                        <a:pt x="12" y="13419"/>
                      </a:cubicBezTo>
                      <a:cubicBezTo>
                        <a:pt x="12" y="13479"/>
                        <a:pt x="12" y="13550"/>
                        <a:pt x="12" y="13609"/>
                      </a:cubicBezTo>
                      <a:cubicBezTo>
                        <a:pt x="12" y="13681"/>
                        <a:pt x="12" y="13740"/>
                        <a:pt x="12" y="13812"/>
                      </a:cubicBezTo>
                      <a:cubicBezTo>
                        <a:pt x="12" y="13871"/>
                        <a:pt x="12" y="13943"/>
                        <a:pt x="12" y="14002"/>
                      </a:cubicBezTo>
                      <a:cubicBezTo>
                        <a:pt x="12" y="14062"/>
                        <a:pt x="12" y="14133"/>
                        <a:pt x="12" y="14193"/>
                      </a:cubicBezTo>
                      <a:cubicBezTo>
                        <a:pt x="12" y="14264"/>
                        <a:pt x="12" y="14324"/>
                        <a:pt x="12" y="14395"/>
                      </a:cubicBezTo>
                      <a:cubicBezTo>
                        <a:pt x="12" y="14455"/>
                        <a:pt x="12" y="14526"/>
                        <a:pt x="12" y="14586"/>
                      </a:cubicBezTo>
                      <a:cubicBezTo>
                        <a:pt x="12" y="14645"/>
                        <a:pt x="12" y="14717"/>
                        <a:pt x="12" y="14776"/>
                      </a:cubicBezTo>
                      <a:cubicBezTo>
                        <a:pt x="12" y="14848"/>
                        <a:pt x="12" y="14907"/>
                        <a:pt x="12" y="14979"/>
                      </a:cubicBezTo>
                      <a:cubicBezTo>
                        <a:pt x="12" y="15038"/>
                        <a:pt x="12" y="15110"/>
                        <a:pt x="12" y="15169"/>
                      </a:cubicBezTo>
                      <a:cubicBezTo>
                        <a:pt x="12" y="15229"/>
                        <a:pt x="12" y="15300"/>
                        <a:pt x="12" y="15360"/>
                      </a:cubicBezTo>
                      <a:cubicBezTo>
                        <a:pt x="12" y="15431"/>
                        <a:pt x="12" y="15491"/>
                        <a:pt x="12" y="15562"/>
                      </a:cubicBezTo>
                      <a:cubicBezTo>
                        <a:pt x="12" y="15622"/>
                        <a:pt x="12" y="15693"/>
                        <a:pt x="12" y="15753"/>
                      </a:cubicBezTo>
                      <a:cubicBezTo>
                        <a:pt x="12" y="15812"/>
                        <a:pt x="12" y="15884"/>
                        <a:pt x="12" y="15943"/>
                      </a:cubicBezTo>
                      <a:cubicBezTo>
                        <a:pt x="12" y="16015"/>
                        <a:pt x="12" y="16074"/>
                        <a:pt x="12" y="16146"/>
                      </a:cubicBezTo>
                      <a:cubicBezTo>
                        <a:pt x="12" y="16205"/>
                        <a:pt x="12" y="16276"/>
                        <a:pt x="12" y="16336"/>
                      </a:cubicBezTo>
                      <a:cubicBezTo>
                        <a:pt x="12" y="16396"/>
                        <a:pt x="12" y="16467"/>
                        <a:pt x="12" y="16527"/>
                      </a:cubicBezTo>
                      <a:cubicBezTo>
                        <a:pt x="12" y="16598"/>
                        <a:pt x="12" y="16657"/>
                        <a:pt x="12" y="16729"/>
                      </a:cubicBezTo>
                      <a:cubicBezTo>
                        <a:pt x="12" y="16788"/>
                        <a:pt x="12" y="16860"/>
                        <a:pt x="12" y="16919"/>
                      </a:cubicBezTo>
                      <a:cubicBezTo>
                        <a:pt x="12" y="16979"/>
                        <a:pt x="12" y="17050"/>
                        <a:pt x="12" y="17110"/>
                      </a:cubicBezTo>
                      <a:cubicBezTo>
                        <a:pt x="12" y="17181"/>
                        <a:pt x="12" y="17241"/>
                        <a:pt x="12" y="17312"/>
                      </a:cubicBezTo>
                      <a:cubicBezTo>
                        <a:pt x="12" y="17372"/>
                        <a:pt x="12" y="17443"/>
                        <a:pt x="12" y="17503"/>
                      </a:cubicBezTo>
                      <a:cubicBezTo>
                        <a:pt x="12" y="17562"/>
                        <a:pt x="12" y="17634"/>
                        <a:pt x="12" y="17693"/>
                      </a:cubicBezTo>
                      <a:cubicBezTo>
                        <a:pt x="12" y="17765"/>
                        <a:pt x="12" y="17824"/>
                        <a:pt x="12" y="17896"/>
                      </a:cubicBezTo>
                      <a:cubicBezTo>
                        <a:pt x="12" y="17955"/>
                        <a:pt x="12" y="18015"/>
                        <a:pt x="12" y="18086"/>
                      </a:cubicBezTo>
                      <a:cubicBezTo>
                        <a:pt x="12" y="18146"/>
                        <a:pt x="12" y="18217"/>
                        <a:pt x="12" y="18277"/>
                      </a:cubicBezTo>
                      <a:cubicBezTo>
                        <a:pt x="12" y="18348"/>
                        <a:pt x="12" y="18408"/>
                        <a:pt x="12" y="18479"/>
                      </a:cubicBezTo>
                      <a:cubicBezTo>
                        <a:pt x="12" y="18539"/>
                        <a:pt x="12" y="18598"/>
                        <a:pt x="12" y="18670"/>
                      </a:cubicBezTo>
                      <a:cubicBezTo>
                        <a:pt x="12" y="18729"/>
                        <a:pt x="12" y="18801"/>
                        <a:pt x="12" y="18860"/>
                      </a:cubicBezTo>
                      <a:cubicBezTo>
                        <a:pt x="12" y="18932"/>
                        <a:pt x="12" y="18991"/>
                        <a:pt x="12" y="19063"/>
                      </a:cubicBezTo>
                      <a:cubicBezTo>
                        <a:pt x="12" y="19122"/>
                        <a:pt x="12" y="19182"/>
                        <a:pt x="12" y="19253"/>
                      </a:cubicBezTo>
                      <a:cubicBezTo>
                        <a:pt x="12" y="19313"/>
                        <a:pt x="12" y="19384"/>
                        <a:pt x="12" y="19444"/>
                      </a:cubicBezTo>
                      <a:cubicBezTo>
                        <a:pt x="12" y="19515"/>
                        <a:pt x="12" y="19575"/>
                        <a:pt x="12" y="19646"/>
                      </a:cubicBezTo>
                      <a:cubicBezTo>
                        <a:pt x="12" y="19705"/>
                        <a:pt x="12" y="19765"/>
                        <a:pt x="12" y="19836"/>
                      </a:cubicBezTo>
                      <a:cubicBezTo>
                        <a:pt x="12" y="19896"/>
                        <a:pt x="12" y="19967"/>
                        <a:pt x="12" y="20027"/>
                      </a:cubicBezTo>
                      <a:cubicBezTo>
                        <a:pt x="12" y="20098"/>
                        <a:pt x="12" y="20158"/>
                        <a:pt x="12" y="20229"/>
                      </a:cubicBezTo>
                      <a:cubicBezTo>
                        <a:pt x="12" y="20289"/>
                        <a:pt x="12" y="20348"/>
                        <a:pt x="12" y="20420"/>
                      </a:cubicBezTo>
                      <a:cubicBezTo>
                        <a:pt x="12" y="20479"/>
                        <a:pt x="12" y="20551"/>
                        <a:pt x="12" y="20610"/>
                      </a:cubicBezTo>
                      <a:cubicBezTo>
                        <a:pt x="12" y="20682"/>
                        <a:pt x="12" y="20741"/>
                        <a:pt x="12" y="20813"/>
                      </a:cubicBezTo>
                      <a:cubicBezTo>
                        <a:pt x="12" y="20872"/>
                        <a:pt x="12" y="20932"/>
                        <a:pt x="12" y="21003"/>
                      </a:cubicBezTo>
                      <a:cubicBezTo>
                        <a:pt x="12" y="21063"/>
                        <a:pt x="12" y="21134"/>
                        <a:pt x="12" y="21194"/>
                      </a:cubicBezTo>
                      <a:cubicBezTo>
                        <a:pt x="12" y="21265"/>
                        <a:pt x="12" y="21325"/>
                        <a:pt x="12" y="21396"/>
                      </a:cubicBezTo>
                      <a:cubicBezTo>
                        <a:pt x="12" y="21456"/>
                        <a:pt x="12" y="21515"/>
                        <a:pt x="12" y="21587"/>
                      </a:cubicBezTo>
                      <a:cubicBezTo>
                        <a:pt x="0" y="22515"/>
                        <a:pt x="500" y="23373"/>
                        <a:pt x="1310" y="23837"/>
                      </a:cubicBezTo>
                      <a:lnTo>
                        <a:pt x="36612" y="44208"/>
                      </a:lnTo>
                      <a:cubicBezTo>
                        <a:pt x="37416" y="44679"/>
                        <a:pt x="38315" y="44914"/>
                        <a:pt x="39215" y="44914"/>
                      </a:cubicBezTo>
                      <a:cubicBezTo>
                        <a:pt x="40115" y="44914"/>
                        <a:pt x="41017" y="44679"/>
                        <a:pt x="41827" y="44208"/>
                      </a:cubicBezTo>
                      <a:lnTo>
                        <a:pt x="77129" y="23837"/>
                      </a:lnTo>
                      <a:cubicBezTo>
                        <a:pt x="77939" y="23373"/>
                        <a:pt x="78439" y="22515"/>
                        <a:pt x="78427" y="21587"/>
                      </a:cubicBezTo>
                      <a:lnTo>
                        <a:pt x="78427" y="21384"/>
                      </a:lnTo>
                      <a:lnTo>
                        <a:pt x="78427" y="21194"/>
                      </a:lnTo>
                      <a:lnTo>
                        <a:pt x="78427" y="21003"/>
                      </a:lnTo>
                      <a:lnTo>
                        <a:pt x="78427" y="20801"/>
                      </a:lnTo>
                      <a:lnTo>
                        <a:pt x="78427" y="20610"/>
                      </a:lnTo>
                      <a:lnTo>
                        <a:pt x="78427" y="20420"/>
                      </a:lnTo>
                      <a:lnTo>
                        <a:pt x="78427" y="20217"/>
                      </a:lnTo>
                      <a:lnTo>
                        <a:pt x="78427" y="20027"/>
                      </a:lnTo>
                      <a:lnTo>
                        <a:pt x="78427" y="19836"/>
                      </a:lnTo>
                      <a:lnTo>
                        <a:pt x="78427" y="19634"/>
                      </a:lnTo>
                      <a:lnTo>
                        <a:pt x="78427" y="19444"/>
                      </a:lnTo>
                      <a:lnTo>
                        <a:pt x="78427" y="19253"/>
                      </a:lnTo>
                      <a:lnTo>
                        <a:pt x="78427" y="19051"/>
                      </a:lnTo>
                      <a:lnTo>
                        <a:pt x="78427" y="18860"/>
                      </a:lnTo>
                      <a:lnTo>
                        <a:pt x="78427" y="18670"/>
                      </a:lnTo>
                      <a:lnTo>
                        <a:pt x="78427" y="18467"/>
                      </a:lnTo>
                      <a:lnTo>
                        <a:pt x="78427" y="18277"/>
                      </a:lnTo>
                      <a:lnTo>
                        <a:pt x="78427" y="18086"/>
                      </a:lnTo>
                      <a:lnTo>
                        <a:pt x="78427" y="17884"/>
                      </a:lnTo>
                      <a:lnTo>
                        <a:pt x="78427" y="17693"/>
                      </a:lnTo>
                      <a:lnTo>
                        <a:pt x="78427" y="17503"/>
                      </a:lnTo>
                      <a:lnTo>
                        <a:pt x="78427" y="17300"/>
                      </a:lnTo>
                      <a:lnTo>
                        <a:pt x="78427" y="17110"/>
                      </a:lnTo>
                      <a:lnTo>
                        <a:pt x="78427" y="16919"/>
                      </a:lnTo>
                      <a:lnTo>
                        <a:pt x="78427" y="16717"/>
                      </a:lnTo>
                      <a:lnTo>
                        <a:pt x="78427" y="16527"/>
                      </a:lnTo>
                      <a:lnTo>
                        <a:pt x="78427" y="16336"/>
                      </a:lnTo>
                      <a:lnTo>
                        <a:pt x="78427" y="16146"/>
                      </a:lnTo>
                      <a:lnTo>
                        <a:pt x="78427" y="15943"/>
                      </a:lnTo>
                      <a:lnTo>
                        <a:pt x="78427" y="15753"/>
                      </a:lnTo>
                      <a:lnTo>
                        <a:pt x="78427" y="15562"/>
                      </a:lnTo>
                      <a:lnTo>
                        <a:pt x="78427" y="15360"/>
                      </a:lnTo>
                      <a:lnTo>
                        <a:pt x="78427" y="15169"/>
                      </a:lnTo>
                      <a:lnTo>
                        <a:pt x="78427" y="14979"/>
                      </a:lnTo>
                      <a:lnTo>
                        <a:pt x="78427" y="14776"/>
                      </a:lnTo>
                      <a:lnTo>
                        <a:pt x="78427" y="14586"/>
                      </a:lnTo>
                      <a:lnTo>
                        <a:pt x="78427" y="14395"/>
                      </a:lnTo>
                      <a:lnTo>
                        <a:pt x="78427" y="14193"/>
                      </a:lnTo>
                      <a:lnTo>
                        <a:pt x="78427" y="14002"/>
                      </a:lnTo>
                      <a:lnTo>
                        <a:pt x="78427" y="13812"/>
                      </a:lnTo>
                      <a:lnTo>
                        <a:pt x="78427" y="13609"/>
                      </a:lnTo>
                      <a:lnTo>
                        <a:pt x="78427" y="13419"/>
                      </a:lnTo>
                      <a:lnTo>
                        <a:pt x="78427" y="13228"/>
                      </a:lnTo>
                      <a:lnTo>
                        <a:pt x="78427" y="13026"/>
                      </a:lnTo>
                      <a:lnTo>
                        <a:pt x="78427" y="12836"/>
                      </a:lnTo>
                      <a:lnTo>
                        <a:pt x="78427" y="12645"/>
                      </a:lnTo>
                      <a:lnTo>
                        <a:pt x="78427" y="12443"/>
                      </a:lnTo>
                      <a:lnTo>
                        <a:pt x="78427" y="12252"/>
                      </a:lnTo>
                      <a:lnTo>
                        <a:pt x="78427" y="12062"/>
                      </a:lnTo>
                      <a:lnTo>
                        <a:pt x="78427" y="11859"/>
                      </a:lnTo>
                      <a:lnTo>
                        <a:pt x="78427" y="11669"/>
                      </a:lnTo>
                      <a:lnTo>
                        <a:pt x="78427" y="11478"/>
                      </a:lnTo>
                      <a:lnTo>
                        <a:pt x="78427" y="11276"/>
                      </a:lnTo>
                      <a:lnTo>
                        <a:pt x="78427" y="11085"/>
                      </a:lnTo>
                      <a:lnTo>
                        <a:pt x="78427" y="10895"/>
                      </a:lnTo>
                      <a:lnTo>
                        <a:pt x="78427" y="10692"/>
                      </a:lnTo>
                      <a:lnTo>
                        <a:pt x="78427" y="10502"/>
                      </a:lnTo>
                      <a:lnTo>
                        <a:pt x="78427" y="10311"/>
                      </a:lnTo>
                      <a:lnTo>
                        <a:pt x="78427" y="10109"/>
                      </a:lnTo>
                      <a:lnTo>
                        <a:pt x="78427" y="9919"/>
                      </a:lnTo>
                      <a:lnTo>
                        <a:pt x="78427" y="9728"/>
                      </a:lnTo>
                      <a:lnTo>
                        <a:pt x="78427" y="9526"/>
                      </a:lnTo>
                      <a:lnTo>
                        <a:pt x="78427" y="9335"/>
                      </a:lnTo>
                      <a:lnTo>
                        <a:pt x="78427" y="9145"/>
                      </a:lnTo>
                      <a:lnTo>
                        <a:pt x="78427" y="8942"/>
                      </a:lnTo>
                      <a:lnTo>
                        <a:pt x="78427" y="8752"/>
                      </a:lnTo>
                      <a:lnTo>
                        <a:pt x="78427" y="8561"/>
                      </a:lnTo>
                      <a:lnTo>
                        <a:pt x="78427" y="8359"/>
                      </a:lnTo>
                      <a:lnTo>
                        <a:pt x="78427" y="8168"/>
                      </a:lnTo>
                      <a:lnTo>
                        <a:pt x="78427" y="7978"/>
                      </a:lnTo>
                      <a:lnTo>
                        <a:pt x="78427" y="7775"/>
                      </a:lnTo>
                      <a:lnTo>
                        <a:pt x="78427" y="7585"/>
                      </a:lnTo>
                      <a:lnTo>
                        <a:pt x="78427" y="7394"/>
                      </a:lnTo>
                      <a:lnTo>
                        <a:pt x="78427" y="7192"/>
                      </a:lnTo>
                      <a:lnTo>
                        <a:pt x="78427" y="7002"/>
                      </a:lnTo>
                      <a:lnTo>
                        <a:pt x="78427" y="6811"/>
                      </a:lnTo>
                      <a:lnTo>
                        <a:pt x="78427" y="6609"/>
                      </a:lnTo>
                      <a:lnTo>
                        <a:pt x="78427" y="6418"/>
                      </a:lnTo>
                      <a:lnTo>
                        <a:pt x="78427" y="6228"/>
                      </a:lnTo>
                      <a:lnTo>
                        <a:pt x="78427" y="6025"/>
                      </a:lnTo>
                      <a:lnTo>
                        <a:pt x="78427" y="5835"/>
                      </a:lnTo>
                      <a:lnTo>
                        <a:pt x="78427" y="5644"/>
                      </a:lnTo>
                      <a:lnTo>
                        <a:pt x="78427" y="5442"/>
                      </a:lnTo>
                      <a:lnTo>
                        <a:pt x="78427" y="5251"/>
                      </a:lnTo>
                      <a:lnTo>
                        <a:pt x="78427" y="5061"/>
                      </a:lnTo>
                      <a:lnTo>
                        <a:pt x="78427" y="4858"/>
                      </a:lnTo>
                      <a:lnTo>
                        <a:pt x="78427" y="4668"/>
                      </a:lnTo>
                      <a:lnTo>
                        <a:pt x="78427" y="4477"/>
                      </a:lnTo>
                      <a:lnTo>
                        <a:pt x="78427" y="4275"/>
                      </a:lnTo>
                      <a:lnTo>
                        <a:pt x="78427" y="4085"/>
                      </a:lnTo>
                      <a:lnTo>
                        <a:pt x="78427" y="3894"/>
                      </a:lnTo>
                      <a:lnTo>
                        <a:pt x="78427" y="3692"/>
                      </a:lnTo>
                      <a:lnTo>
                        <a:pt x="78427" y="3501"/>
                      </a:lnTo>
                      <a:lnTo>
                        <a:pt x="78427" y="3311"/>
                      </a:lnTo>
                      <a:lnTo>
                        <a:pt x="78427" y="3108"/>
                      </a:lnTo>
                      <a:lnTo>
                        <a:pt x="78427" y="2918"/>
                      </a:lnTo>
                      <a:lnTo>
                        <a:pt x="78427" y="2727"/>
                      </a:lnTo>
                      <a:lnTo>
                        <a:pt x="78427" y="2525"/>
                      </a:lnTo>
                      <a:lnTo>
                        <a:pt x="78427" y="2334"/>
                      </a:lnTo>
                      <a:lnTo>
                        <a:pt x="78427" y="2144"/>
                      </a:lnTo>
                      <a:lnTo>
                        <a:pt x="78427" y="1941"/>
                      </a:lnTo>
                      <a:lnTo>
                        <a:pt x="78427" y="1751"/>
                      </a:lnTo>
                      <a:lnTo>
                        <a:pt x="78427" y="1560"/>
                      </a:lnTo>
                      <a:lnTo>
                        <a:pt x="78427" y="1358"/>
                      </a:lnTo>
                      <a:lnTo>
                        <a:pt x="78427" y="1167"/>
                      </a:lnTo>
                      <a:lnTo>
                        <a:pt x="78427" y="977"/>
                      </a:lnTo>
                      <a:lnTo>
                        <a:pt x="78427" y="775"/>
                      </a:lnTo>
                      <a:lnTo>
                        <a:pt x="78427" y="584"/>
                      </a:lnTo>
                      <a:lnTo>
                        <a:pt x="78427" y="394"/>
                      </a:lnTo>
                      <a:lnTo>
                        <a:pt x="78427" y="191"/>
                      </a:lnTo>
                      <a:lnTo>
                        <a:pt x="78427" y="1"/>
                      </a:lnTo>
                      <a:lnTo>
                        <a:pt x="78212" y="1"/>
                      </a:lnTo>
                      <a:cubicBezTo>
                        <a:pt x="78224" y="858"/>
                        <a:pt x="77760" y="1644"/>
                        <a:pt x="77022" y="2072"/>
                      </a:cubicBezTo>
                      <a:lnTo>
                        <a:pt x="41720" y="22444"/>
                      </a:lnTo>
                      <a:cubicBezTo>
                        <a:pt x="40946" y="22890"/>
                        <a:pt x="40083" y="23114"/>
                        <a:pt x="39218" y="23114"/>
                      </a:cubicBezTo>
                      <a:cubicBezTo>
                        <a:pt x="38353" y="23114"/>
                        <a:pt x="37487" y="22890"/>
                        <a:pt x="36707" y="22444"/>
                      </a:cubicBezTo>
                      <a:lnTo>
                        <a:pt x="1417" y="2072"/>
                      </a:lnTo>
                      <a:cubicBezTo>
                        <a:pt x="667" y="1644"/>
                        <a:pt x="215" y="858"/>
                        <a:pt x="22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0FDF1">
                        <a:alpha val="41568"/>
                        <a:alpha val="41520"/>
                      </a:srgbClr>
                    </a:gs>
                    <a:gs pos="100000">
                      <a:srgbClr val="FFFFFF">
                        <a:alpha val="37254"/>
                        <a:alpha val="4152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19"/>
                <p:cNvSpPr/>
                <p:nvPr/>
              </p:nvSpPr>
              <p:spPr>
                <a:xfrm>
                  <a:off x="5553063" y="1487604"/>
                  <a:ext cx="1981525" cy="116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61" h="46572" extrusionOk="0">
                      <a:moveTo>
                        <a:pt x="39635" y="1"/>
                      </a:moveTo>
                      <a:cubicBezTo>
                        <a:pt x="38749" y="1"/>
                        <a:pt x="37862" y="230"/>
                        <a:pt x="37065" y="688"/>
                      </a:cubicBezTo>
                      <a:lnTo>
                        <a:pt x="1679" y="21119"/>
                      </a:lnTo>
                      <a:cubicBezTo>
                        <a:pt x="1" y="22084"/>
                        <a:pt x="1" y="24489"/>
                        <a:pt x="1679" y="25453"/>
                      </a:cubicBezTo>
                      <a:lnTo>
                        <a:pt x="37065" y="45884"/>
                      </a:lnTo>
                      <a:cubicBezTo>
                        <a:pt x="37862" y="46343"/>
                        <a:pt x="38749" y="46572"/>
                        <a:pt x="39635" y="46572"/>
                      </a:cubicBezTo>
                      <a:cubicBezTo>
                        <a:pt x="40520" y="46572"/>
                        <a:pt x="41405" y="46343"/>
                        <a:pt x="42196" y="45884"/>
                      </a:cubicBezTo>
                      <a:lnTo>
                        <a:pt x="77594" y="25453"/>
                      </a:lnTo>
                      <a:cubicBezTo>
                        <a:pt x="79260" y="24489"/>
                        <a:pt x="79260" y="22084"/>
                        <a:pt x="77594" y="21119"/>
                      </a:cubicBezTo>
                      <a:lnTo>
                        <a:pt x="42196" y="688"/>
                      </a:lnTo>
                      <a:cubicBezTo>
                        <a:pt x="41405" y="230"/>
                        <a:pt x="40520" y="1"/>
                        <a:pt x="39635" y="1"/>
                      </a:cubicBezTo>
                      <a:close/>
                    </a:path>
                  </a:pathLst>
                </a:custGeom>
                <a:solidFill>
                  <a:srgbClr val="A0FDF1">
                    <a:alpha val="4152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88" name="Google Shape;1088;p19"/>
          <p:cNvSpPr txBox="1"/>
          <p:nvPr/>
        </p:nvSpPr>
        <p:spPr>
          <a:xfrm>
            <a:off x="6703688" y="1180646"/>
            <a:ext cx="18909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Escalabilidad permite agregar más bases o dispositivos NAS sin rediseñar el sistema.</a:t>
            </a:r>
            <a:endParaRPr sz="12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091" name="Google Shape;1091;p19"/>
          <p:cNvSpPr txBox="1"/>
          <p:nvPr/>
        </p:nvSpPr>
        <p:spPr>
          <a:xfrm>
            <a:off x="549363" y="2496753"/>
            <a:ext cx="1890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Automatización del proceso de respaldo.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19"/>
          <p:cNvSpPr txBox="1"/>
          <p:nvPr/>
        </p:nvSpPr>
        <p:spPr>
          <a:xfrm>
            <a:off x="514775" y="1279362"/>
            <a:ext cx="18909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Posibilidad de recuperación rápida ante fallos del sistema.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19"/>
          <p:cNvSpPr txBox="1"/>
          <p:nvPr/>
        </p:nvSpPr>
        <p:spPr>
          <a:xfrm>
            <a:off x="549363" y="3710544"/>
            <a:ext cx="18909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Almacenamiento centralizado y accesible desde la red.</a:t>
            </a:r>
          </a:p>
        </p:txBody>
      </p:sp>
      <p:sp>
        <p:nvSpPr>
          <p:cNvPr id="1100" name="Google Shape;1100;p19"/>
          <p:cNvSpPr txBox="1"/>
          <p:nvPr/>
        </p:nvSpPr>
        <p:spPr>
          <a:xfrm>
            <a:off x="6703688" y="2389332"/>
            <a:ext cx="1890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Integración con cron </a:t>
            </a:r>
            <a:r>
              <a:rPr lang="es-MX" sz="1200" dirty="0" err="1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jobs</a:t>
            </a: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 o tareas programadas: fácil configuración en entornos Linux/Windows.</a:t>
            </a:r>
            <a:endParaRPr sz="12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  <p:sp>
        <p:nvSpPr>
          <p:cNvPr id="1103" name="Google Shape;1103;p19"/>
          <p:cNvSpPr txBox="1"/>
          <p:nvPr/>
        </p:nvSpPr>
        <p:spPr>
          <a:xfrm>
            <a:off x="6648699" y="3710544"/>
            <a:ext cx="18909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Reducción del riesgo de pérdida de datos por errores humanos o ataques cibernéticos.</a:t>
            </a:r>
            <a:endParaRPr sz="12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25"/>
          <p:cNvSpPr txBox="1">
            <a:spLocks noGrp="1"/>
          </p:cNvSpPr>
          <p:nvPr>
            <p:ph type="title"/>
          </p:nvPr>
        </p:nvSpPr>
        <p:spPr>
          <a:xfrm>
            <a:off x="446049" y="383201"/>
            <a:ext cx="8114400" cy="5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Conclusión </a:t>
            </a:r>
            <a:endParaRPr dirty="0"/>
          </a:p>
        </p:txBody>
      </p:sp>
      <p:grpSp>
        <p:nvGrpSpPr>
          <p:cNvPr id="1480" name="Google Shape;1480;p25"/>
          <p:cNvGrpSpPr/>
          <p:nvPr/>
        </p:nvGrpSpPr>
        <p:grpSpPr>
          <a:xfrm>
            <a:off x="725920" y="2898443"/>
            <a:ext cx="2631966" cy="1482582"/>
            <a:chOff x="1012725" y="2202350"/>
            <a:chExt cx="2668525" cy="1503175"/>
          </a:xfrm>
        </p:grpSpPr>
        <p:sp>
          <p:nvSpPr>
            <p:cNvPr id="1481" name="Google Shape;1481;p25"/>
            <p:cNvSpPr/>
            <p:nvPr/>
          </p:nvSpPr>
          <p:spPr>
            <a:xfrm>
              <a:off x="1142800" y="2262775"/>
              <a:ext cx="2408375" cy="1356725"/>
            </a:xfrm>
            <a:custGeom>
              <a:avLst/>
              <a:gdLst/>
              <a:ahLst/>
              <a:cxnLst/>
              <a:rect l="l" t="t" r="r" b="b"/>
              <a:pathLst>
                <a:path w="96335" h="54269" extrusionOk="0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5"/>
            <p:cNvSpPr/>
            <p:nvPr/>
          </p:nvSpPr>
          <p:spPr>
            <a:xfrm>
              <a:off x="2383425" y="2959275"/>
              <a:ext cx="1167750" cy="686425"/>
            </a:xfrm>
            <a:custGeom>
              <a:avLst/>
              <a:gdLst/>
              <a:ahLst/>
              <a:cxnLst/>
              <a:rect l="l" t="t" r="r" b="b"/>
              <a:pathLst>
                <a:path w="46710" h="27457" extrusionOk="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5"/>
            <p:cNvSpPr/>
            <p:nvPr/>
          </p:nvSpPr>
          <p:spPr>
            <a:xfrm>
              <a:off x="1142800" y="2903925"/>
              <a:ext cx="1240650" cy="741775"/>
            </a:xfrm>
            <a:custGeom>
              <a:avLst/>
              <a:gdLst/>
              <a:ahLst/>
              <a:cxnLst/>
              <a:rect l="l" t="t" r="r" b="b"/>
              <a:pathLst>
                <a:path w="49626" h="29671" extrusionOk="0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5"/>
            <p:cNvSpPr/>
            <p:nvPr/>
          </p:nvSpPr>
          <p:spPr>
            <a:xfrm>
              <a:off x="1012725" y="2202350"/>
              <a:ext cx="2668525" cy="1503175"/>
            </a:xfrm>
            <a:custGeom>
              <a:avLst/>
              <a:gdLst/>
              <a:ahLst/>
              <a:cxnLst/>
              <a:rect l="l" t="t" r="r" b="b"/>
              <a:pathLst>
                <a:path w="106741" h="60127" extrusionOk="0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5" name="Google Shape;1485;p25"/>
          <p:cNvGrpSpPr/>
          <p:nvPr/>
        </p:nvGrpSpPr>
        <p:grpSpPr>
          <a:xfrm>
            <a:off x="1287597" y="1062230"/>
            <a:ext cx="1581560" cy="3019039"/>
            <a:chOff x="1497487" y="1374192"/>
            <a:chExt cx="1262521" cy="2410026"/>
          </a:xfrm>
        </p:grpSpPr>
        <p:sp>
          <p:nvSpPr>
            <p:cNvPr id="1486" name="Google Shape;1486;p25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5"/>
            <p:cNvSpPr/>
            <p:nvPr/>
          </p:nvSpPr>
          <p:spPr>
            <a:xfrm>
              <a:off x="1497487" y="1374192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5"/>
            <p:cNvSpPr/>
            <p:nvPr/>
          </p:nvSpPr>
          <p:spPr>
            <a:xfrm>
              <a:off x="1627890" y="1449158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5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5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5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5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5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5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5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5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5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5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5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5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5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5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5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5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5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5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5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5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5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5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5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5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5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5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5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5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5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5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5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5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5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5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5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5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5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5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5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5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5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5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5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5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5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5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5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5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5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5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5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5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5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5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5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5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5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5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5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5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5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5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5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5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5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5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5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5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5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5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5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5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5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5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5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5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5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5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5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1676756" y="1477948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5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5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5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6" name="Google Shape;1596;p25"/>
          <p:cNvSpPr txBox="1"/>
          <p:nvPr/>
        </p:nvSpPr>
        <p:spPr>
          <a:xfrm>
            <a:off x="3618207" y="2048206"/>
            <a:ext cx="3676367" cy="119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La automatización de </a:t>
            </a:r>
            <a:r>
              <a:rPr lang="es-MX" sz="1600" dirty="0" err="1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backups</a:t>
            </a:r>
            <a:r>
              <a:rPr lang="es-MX" sz="16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 reduce el riesgo de pérdida de información.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Usar un NAS garantiza almacenamiento seguro, confiable y accesible en red.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16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2" name="Google Shape;3322;p39"/>
          <p:cNvGrpSpPr/>
          <p:nvPr/>
        </p:nvGrpSpPr>
        <p:grpSpPr>
          <a:xfrm>
            <a:off x="761522" y="2368320"/>
            <a:ext cx="2628764" cy="1480778"/>
            <a:chOff x="1012725" y="2202350"/>
            <a:chExt cx="2668525" cy="1503175"/>
          </a:xfrm>
        </p:grpSpPr>
        <p:sp>
          <p:nvSpPr>
            <p:cNvPr id="3323" name="Google Shape;3323;p39"/>
            <p:cNvSpPr/>
            <p:nvPr/>
          </p:nvSpPr>
          <p:spPr>
            <a:xfrm>
              <a:off x="1142800" y="2262775"/>
              <a:ext cx="2408375" cy="1356725"/>
            </a:xfrm>
            <a:custGeom>
              <a:avLst/>
              <a:gdLst/>
              <a:ahLst/>
              <a:cxnLst/>
              <a:rect l="l" t="t" r="r" b="b"/>
              <a:pathLst>
                <a:path w="96335" h="54269" extrusionOk="0">
                  <a:moveTo>
                    <a:pt x="48590" y="0"/>
                  </a:moveTo>
                  <a:lnTo>
                    <a:pt x="1" y="25658"/>
                  </a:lnTo>
                  <a:lnTo>
                    <a:pt x="49626" y="54269"/>
                  </a:lnTo>
                  <a:lnTo>
                    <a:pt x="96334" y="27861"/>
                  </a:lnTo>
                  <a:lnTo>
                    <a:pt x="48590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9"/>
            <p:cNvSpPr/>
            <p:nvPr/>
          </p:nvSpPr>
          <p:spPr>
            <a:xfrm>
              <a:off x="2383425" y="2959275"/>
              <a:ext cx="1167750" cy="686425"/>
            </a:xfrm>
            <a:custGeom>
              <a:avLst/>
              <a:gdLst/>
              <a:ahLst/>
              <a:cxnLst/>
              <a:rect l="l" t="t" r="r" b="b"/>
              <a:pathLst>
                <a:path w="46710" h="27457" extrusionOk="0">
                  <a:moveTo>
                    <a:pt x="46709" y="1"/>
                  </a:moveTo>
                  <a:lnTo>
                    <a:pt x="1" y="26409"/>
                  </a:lnTo>
                  <a:lnTo>
                    <a:pt x="1" y="27457"/>
                  </a:lnTo>
                  <a:lnTo>
                    <a:pt x="46709" y="1049"/>
                  </a:lnTo>
                  <a:lnTo>
                    <a:pt x="46709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9"/>
            <p:cNvSpPr/>
            <p:nvPr/>
          </p:nvSpPr>
          <p:spPr>
            <a:xfrm>
              <a:off x="1142800" y="2903925"/>
              <a:ext cx="1240650" cy="741775"/>
            </a:xfrm>
            <a:custGeom>
              <a:avLst/>
              <a:gdLst/>
              <a:ahLst/>
              <a:cxnLst/>
              <a:rect l="l" t="t" r="r" b="b"/>
              <a:pathLst>
                <a:path w="49626" h="29671" extrusionOk="0">
                  <a:moveTo>
                    <a:pt x="1" y="0"/>
                  </a:moveTo>
                  <a:lnTo>
                    <a:pt x="1" y="1060"/>
                  </a:lnTo>
                  <a:lnTo>
                    <a:pt x="49626" y="29671"/>
                  </a:lnTo>
                  <a:lnTo>
                    <a:pt x="49626" y="28623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9"/>
            <p:cNvSpPr/>
            <p:nvPr/>
          </p:nvSpPr>
          <p:spPr>
            <a:xfrm>
              <a:off x="1012725" y="2202350"/>
              <a:ext cx="2668525" cy="1503175"/>
            </a:xfrm>
            <a:custGeom>
              <a:avLst/>
              <a:gdLst/>
              <a:ahLst/>
              <a:cxnLst/>
              <a:rect l="l" t="t" r="r" b="b"/>
              <a:pathLst>
                <a:path w="106741" h="60127" extrusionOk="0">
                  <a:moveTo>
                    <a:pt x="53829" y="238"/>
                  </a:moveTo>
                  <a:lnTo>
                    <a:pt x="106335" y="30885"/>
                  </a:lnTo>
                  <a:lnTo>
                    <a:pt x="54984" y="59900"/>
                  </a:lnTo>
                  <a:lnTo>
                    <a:pt x="417" y="28444"/>
                  </a:lnTo>
                  <a:lnTo>
                    <a:pt x="53829" y="238"/>
                  </a:lnTo>
                  <a:close/>
                  <a:moveTo>
                    <a:pt x="53841" y="0"/>
                  </a:moveTo>
                  <a:lnTo>
                    <a:pt x="155" y="28337"/>
                  </a:lnTo>
                  <a:lnTo>
                    <a:pt x="1" y="28432"/>
                  </a:lnTo>
                  <a:lnTo>
                    <a:pt x="54984" y="60127"/>
                  </a:lnTo>
                  <a:lnTo>
                    <a:pt x="106740" y="30873"/>
                  </a:lnTo>
                  <a:lnTo>
                    <a:pt x="53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4" name="Google Shape;3374;p39"/>
          <p:cNvGrpSpPr/>
          <p:nvPr/>
        </p:nvGrpSpPr>
        <p:grpSpPr>
          <a:xfrm>
            <a:off x="1711100" y="1531956"/>
            <a:ext cx="774556" cy="1480800"/>
            <a:chOff x="1497487" y="1370526"/>
            <a:chExt cx="1262521" cy="2413692"/>
          </a:xfrm>
        </p:grpSpPr>
        <p:sp>
          <p:nvSpPr>
            <p:cNvPr id="3375" name="Google Shape;3375;p39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9"/>
            <p:cNvSpPr/>
            <p:nvPr/>
          </p:nvSpPr>
          <p:spPr>
            <a:xfrm>
              <a:off x="1497487" y="1370526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9"/>
            <p:cNvSpPr/>
            <p:nvPr/>
          </p:nvSpPr>
          <p:spPr>
            <a:xfrm>
              <a:off x="1627890" y="1445492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9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9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9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9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9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9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9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9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9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9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9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9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9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9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9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9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9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9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9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9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9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9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9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9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9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9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9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9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9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9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9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9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9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9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9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9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9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9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9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9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9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9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9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9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9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9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9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9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9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9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9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9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9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9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9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9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9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9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9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9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9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9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9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9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9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9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9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9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9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9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9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9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9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9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9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9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9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9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9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9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9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9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9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9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9"/>
            <p:cNvSpPr/>
            <p:nvPr/>
          </p:nvSpPr>
          <p:spPr>
            <a:xfrm>
              <a:off x="1676756" y="1474282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9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9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9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9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7" name="Google Shape;3467;p39"/>
          <p:cNvGrpSpPr/>
          <p:nvPr/>
        </p:nvGrpSpPr>
        <p:grpSpPr>
          <a:xfrm>
            <a:off x="2261643" y="1773298"/>
            <a:ext cx="774556" cy="1480800"/>
            <a:chOff x="1497487" y="1370526"/>
            <a:chExt cx="1262521" cy="2413692"/>
          </a:xfrm>
        </p:grpSpPr>
        <p:sp>
          <p:nvSpPr>
            <p:cNvPr id="3468" name="Google Shape;3468;p39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9"/>
            <p:cNvSpPr/>
            <p:nvPr/>
          </p:nvSpPr>
          <p:spPr>
            <a:xfrm>
              <a:off x="1497487" y="1370526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9"/>
            <p:cNvSpPr/>
            <p:nvPr/>
          </p:nvSpPr>
          <p:spPr>
            <a:xfrm>
              <a:off x="1627890" y="1445492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9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9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9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9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9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9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9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9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9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9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9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9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9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9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9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9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9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9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9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9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9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9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9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9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9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9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9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9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9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9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9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9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9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9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9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9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9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9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9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9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9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9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9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9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9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9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9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9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9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9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9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9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9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9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9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9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9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9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9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9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9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9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9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9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9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9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9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9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9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9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9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9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9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9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9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9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9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9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9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9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9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9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9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9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9"/>
            <p:cNvSpPr/>
            <p:nvPr/>
          </p:nvSpPr>
          <p:spPr>
            <a:xfrm>
              <a:off x="1676756" y="1474282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9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9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9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9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0" name="Google Shape;3560;p39"/>
          <p:cNvGrpSpPr/>
          <p:nvPr/>
        </p:nvGrpSpPr>
        <p:grpSpPr>
          <a:xfrm>
            <a:off x="1182528" y="1840424"/>
            <a:ext cx="774556" cy="1480800"/>
            <a:chOff x="1497487" y="1370526"/>
            <a:chExt cx="1262521" cy="2413692"/>
          </a:xfrm>
        </p:grpSpPr>
        <p:sp>
          <p:nvSpPr>
            <p:cNvPr id="3561" name="Google Shape;3561;p39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9"/>
            <p:cNvSpPr/>
            <p:nvPr/>
          </p:nvSpPr>
          <p:spPr>
            <a:xfrm>
              <a:off x="1497487" y="1370526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9"/>
            <p:cNvSpPr/>
            <p:nvPr/>
          </p:nvSpPr>
          <p:spPr>
            <a:xfrm>
              <a:off x="1627890" y="1445492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9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9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9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9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9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9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9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9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9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9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9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9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9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9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9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9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9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9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9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9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9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9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9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9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9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9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9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9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9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9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9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9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9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9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9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9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9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9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9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9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9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9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9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9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9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9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9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9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9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9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9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9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9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9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9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9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9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9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9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9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9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9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9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9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9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9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9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9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9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9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9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9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9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9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9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9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9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9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9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9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9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9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9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9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9"/>
            <p:cNvSpPr/>
            <p:nvPr/>
          </p:nvSpPr>
          <p:spPr>
            <a:xfrm>
              <a:off x="1676756" y="1474282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9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9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9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9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3" name="Google Shape;3653;p39"/>
          <p:cNvGrpSpPr/>
          <p:nvPr/>
        </p:nvGrpSpPr>
        <p:grpSpPr>
          <a:xfrm>
            <a:off x="1733070" y="2143941"/>
            <a:ext cx="774556" cy="1480800"/>
            <a:chOff x="1497487" y="1370526"/>
            <a:chExt cx="1262521" cy="2413692"/>
          </a:xfrm>
        </p:grpSpPr>
        <p:sp>
          <p:nvSpPr>
            <p:cNvPr id="3654" name="Google Shape;3654;p39"/>
            <p:cNvSpPr/>
            <p:nvPr/>
          </p:nvSpPr>
          <p:spPr>
            <a:xfrm>
              <a:off x="2128740" y="1735041"/>
              <a:ext cx="631267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" y="44911"/>
                  </a:moveTo>
                  <a:lnTo>
                    <a:pt x="1" y="7978"/>
                  </a:lnTo>
                  <a:lnTo>
                    <a:pt x="13836" y="0"/>
                  </a:lnTo>
                  <a:lnTo>
                    <a:pt x="13836" y="3693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9"/>
            <p:cNvSpPr/>
            <p:nvPr/>
          </p:nvSpPr>
          <p:spPr>
            <a:xfrm>
              <a:off x="1497487" y="1370526"/>
              <a:ext cx="1262489" cy="728534"/>
            </a:xfrm>
            <a:custGeom>
              <a:avLst/>
              <a:gdLst/>
              <a:ahLst/>
              <a:cxnLst/>
              <a:rect l="l" t="t" r="r" b="b"/>
              <a:pathLst>
                <a:path w="27671" h="15967" extrusionOk="0">
                  <a:moveTo>
                    <a:pt x="1" y="7989"/>
                  </a:moveTo>
                  <a:lnTo>
                    <a:pt x="13836" y="0"/>
                  </a:lnTo>
                  <a:lnTo>
                    <a:pt x="27671" y="7989"/>
                  </a:lnTo>
                  <a:lnTo>
                    <a:pt x="13836" y="1596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9"/>
            <p:cNvSpPr/>
            <p:nvPr/>
          </p:nvSpPr>
          <p:spPr>
            <a:xfrm>
              <a:off x="1627890" y="1445492"/>
              <a:ext cx="1001742" cy="578602"/>
            </a:xfrm>
            <a:custGeom>
              <a:avLst/>
              <a:gdLst/>
              <a:ahLst/>
              <a:cxnLst/>
              <a:rect l="l" t="t" r="r" b="b"/>
              <a:pathLst>
                <a:path w="21956" h="12681" extrusionOk="0">
                  <a:moveTo>
                    <a:pt x="0" y="6346"/>
                  </a:moveTo>
                  <a:lnTo>
                    <a:pt x="10978" y="0"/>
                  </a:lnTo>
                  <a:lnTo>
                    <a:pt x="21955" y="6346"/>
                  </a:lnTo>
                  <a:lnTo>
                    <a:pt x="10978" y="1268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9"/>
            <p:cNvSpPr/>
            <p:nvPr/>
          </p:nvSpPr>
          <p:spPr>
            <a:xfrm>
              <a:off x="1497487" y="1735041"/>
              <a:ext cx="631268" cy="2049177"/>
            </a:xfrm>
            <a:custGeom>
              <a:avLst/>
              <a:gdLst/>
              <a:ahLst/>
              <a:cxnLst/>
              <a:rect l="l" t="t" r="r" b="b"/>
              <a:pathLst>
                <a:path w="13836" h="44911" extrusionOk="0">
                  <a:moveTo>
                    <a:pt x="13836" y="7978"/>
                  </a:moveTo>
                  <a:lnTo>
                    <a:pt x="1" y="0"/>
                  </a:lnTo>
                  <a:lnTo>
                    <a:pt x="1" y="36934"/>
                  </a:lnTo>
                  <a:lnTo>
                    <a:pt x="13836" y="4491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9"/>
            <p:cNvSpPr/>
            <p:nvPr/>
          </p:nvSpPr>
          <p:spPr>
            <a:xfrm>
              <a:off x="2168390" y="1825748"/>
              <a:ext cx="512871" cy="1742788"/>
            </a:xfrm>
            <a:custGeom>
              <a:avLst/>
              <a:gdLst/>
              <a:ahLst/>
              <a:cxnLst/>
              <a:rect l="l" t="t" r="r" b="b"/>
              <a:pathLst>
                <a:path w="11241" h="38196" extrusionOk="0">
                  <a:moveTo>
                    <a:pt x="11240" y="1"/>
                  </a:moveTo>
                  <a:lnTo>
                    <a:pt x="11240" y="31707"/>
                  </a:lnTo>
                  <a:lnTo>
                    <a:pt x="1" y="38196"/>
                  </a:lnTo>
                  <a:lnTo>
                    <a:pt x="1" y="64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9"/>
            <p:cNvSpPr/>
            <p:nvPr/>
          </p:nvSpPr>
          <p:spPr>
            <a:xfrm>
              <a:off x="2168390" y="250915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9"/>
            <p:cNvSpPr/>
            <p:nvPr/>
          </p:nvSpPr>
          <p:spPr>
            <a:xfrm>
              <a:off x="2200466" y="2683538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9"/>
            <p:cNvSpPr/>
            <p:nvPr/>
          </p:nvSpPr>
          <p:spPr>
            <a:xfrm>
              <a:off x="2453059" y="2621075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9"/>
            <p:cNvSpPr/>
            <p:nvPr/>
          </p:nvSpPr>
          <p:spPr>
            <a:xfrm>
              <a:off x="2539979" y="2542824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9"/>
            <p:cNvSpPr/>
            <p:nvPr/>
          </p:nvSpPr>
          <p:spPr>
            <a:xfrm>
              <a:off x="2553575" y="255970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50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50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76"/>
                  </a:moveTo>
                  <a:lnTo>
                    <a:pt x="1215" y="631"/>
                  </a:lnTo>
                  <a:lnTo>
                    <a:pt x="1215" y="869"/>
                  </a:lnTo>
                  <a:lnTo>
                    <a:pt x="1489" y="703"/>
                  </a:lnTo>
                  <a:lnTo>
                    <a:pt x="1489" y="476"/>
                  </a:lnTo>
                  <a:close/>
                  <a:moveTo>
                    <a:pt x="1893" y="595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34"/>
                  </a:lnTo>
                  <a:lnTo>
                    <a:pt x="1893" y="595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5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9"/>
            <p:cNvSpPr/>
            <p:nvPr/>
          </p:nvSpPr>
          <p:spPr>
            <a:xfrm>
              <a:off x="2467751" y="2650504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6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80"/>
                  </a:moveTo>
                  <a:cubicBezTo>
                    <a:pt x="424" y="180"/>
                    <a:pt x="415" y="183"/>
                    <a:pt x="405" y="189"/>
                  </a:cubicBezTo>
                  <a:cubicBezTo>
                    <a:pt x="357" y="225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8"/>
                  </a:cubicBezTo>
                  <a:cubicBezTo>
                    <a:pt x="453" y="344"/>
                    <a:pt x="476" y="284"/>
                    <a:pt x="476" y="237"/>
                  </a:cubicBezTo>
                  <a:cubicBezTo>
                    <a:pt x="476" y="202"/>
                    <a:pt x="457" y="180"/>
                    <a:pt x="433" y="180"/>
                  </a:cubicBezTo>
                  <a:close/>
                  <a:moveTo>
                    <a:pt x="757" y="356"/>
                  </a:moveTo>
                  <a:cubicBezTo>
                    <a:pt x="745" y="356"/>
                    <a:pt x="730" y="360"/>
                    <a:pt x="715" y="368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6"/>
                    <a:pt x="757" y="356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8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60"/>
                    <a:pt x="0" y="808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9"/>
            <p:cNvSpPr/>
            <p:nvPr/>
          </p:nvSpPr>
          <p:spPr>
            <a:xfrm>
              <a:off x="2168390" y="2486338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9"/>
            <p:cNvSpPr/>
            <p:nvPr/>
          </p:nvSpPr>
          <p:spPr>
            <a:xfrm>
              <a:off x="2168390" y="1825748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9"/>
            <p:cNvSpPr/>
            <p:nvPr/>
          </p:nvSpPr>
          <p:spPr>
            <a:xfrm>
              <a:off x="2200466" y="2000135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9"/>
            <p:cNvSpPr/>
            <p:nvPr/>
          </p:nvSpPr>
          <p:spPr>
            <a:xfrm>
              <a:off x="2453059" y="1937671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9"/>
            <p:cNvSpPr/>
            <p:nvPr/>
          </p:nvSpPr>
          <p:spPr>
            <a:xfrm>
              <a:off x="2467751" y="1967101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4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8" y="189"/>
                  </a:moveTo>
                  <a:cubicBezTo>
                    <a:pt x="428" y="189"/>
                    <a:pt x="416" y="193"/>
                    <a:pt x="405" y="201"/>
                  </a:cubicBezTo>
                  <a:cubicBezTo>
                    <a:pt x="357" y="225"/>
                    <a:pt x="334" y="272"/>
                    <a:pt x="322" y="332"/>
                  </a:cubicBezTo>
                  <a:cubicBezTo>
                    <a:pt x="322" y="364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08"/>
                    <a:pt x="460" y="189"/>
                    <a:pt x="438" y="189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80"/>
                  </a:moveTo>
                  <a:cubicBezTo>
                    <a:pt x="99" y="380"/>
                    <a:pt x="87" y="384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8"/>
                    <a:pt x="42" y="568"/>
                  </a:cubicBezTo>
                  <a:cubicBezTo>
                    <a:pt x="52" y="568"/>
                    <a:pt x="62" y="565"/>
                    <a:pt x="72" y="558"/>
                  </a:cubicBezTo>
                  <a:cubicBezTo>
                    <a:pt x="119" y="534"/>
                    <a:pt x="143" y="487"/>
                    <a:pt x="143" y="439"/>
                  </a:cubicBezTo>
                  <a:cubicBezTo>
                    <a:pt x="143" y="398"/>
                    <a:pt x="132" y="380"/>
                    <a:pt x="110" y="38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7"/>
                  </a:cubicBezTo>
                  <a:cubicBezTo>
                    <a:pt x="24" y="772"/>
                    <a:pt x="0" y="820"/>
                    <a:pt x="0" y="868"/>
                  </a:cubicBezTo>
                  <a:cubicBezTo>
                    <a:pt x="0" y="902"/>
                    <a:pt x="19" y="925"/>
                    <a:pt x="44" y="925"/>
                  </a:cubicBezTo>
                  <a:cubicBezTo>
                    <a:pt x="52" y="925"/>
                    <a:pt x="62" y="922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9"/>
            <p:cNvSpPr/>
            <p:nvPr/>
          </p:nvSpPr>
          <p:spPr>
            <a:xfrm>
              <a:off x="2168390" y="2372270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9"/>
            <p:cNvSpPr/>
            <p:nvPr/>
          </p:nvSpPr>
          <p:spPr>
            <a:xfrm>
              <a:off x="2200466" y="254665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9"/>
            <p:cNvSpPr/>
            <p:nvPr/>
          </p:nvSpPr>
          <p:spPr>
            <a:xfrm>
              <a:off x="2453059" y="2484193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9"/>
            <p:cNvSpPr/>
            <p:nvPr/>
          </p:nvSpPr>
          <p:spPr>
            <a:xfrm>
              <a:off x="2539979" y="2405943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9"/>
            <p:cNvSpPr/>
            <p:nvPr/>
          </p:nvSpPr>
          <p:spPr>
            <a:xfrm>
              <a:off x="2553575" y="242332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5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27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65"/>
                  </a:lnTo>
                  <a:lnTo>
                    <a:pt x="1893" y="227"/>
                  </a:lnTo>
                  <a:close/>
                  <a:moveTo>
                    <a:pt x="2298" y="358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41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9"/>
            <p:cNvSpPr/>
            <p:nvPr/>
          </p:nvSpPr>
          <p:spPr>
            <a:xfrm>
              <a:off x="2467751" y="2513623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1"/>
                  </a:moveTo>
                  <a:cubicBezTo>
                    <a:pt x="422" y="541"/>
                    <a:pt x="413" y="543"/>
                    <a:pt x="405" y="546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41" y="701"/>
                    <a:pt x="476" y="653"/>
                    <a:pt x="476" y="593"/>
                  </a:cubicBezTo>
                  <a:cubicBezTo>
                    <a:pt x="476" y="557"/>
                    <a:pt x="456" y="541"/>
                    <a:pt x="430" y="541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3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47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9"/>
            <p:cNvSpPr/>
            <p:nvPr/>
          </p:nvSpPr>
          <p:spPr>
            <a:xfrm>
              <a:off x="2168390" y="2350004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9"/>
            <p:cNvSpPr/>
            <p:nvPr/>
          </p:nvSpPr>
          <p:spPr>
            <a:xfrm>
              <a:off x="2168390" y="2235890"/>
              <a:ext cx="512871" cy="386876"/>
            </a:xfrm>
            <a:custGeom>
              <a:avLst/>
              <a:gdLst/>
              <a:ahLst/>
              <a:cxnLst/>
              <a:rect l="l" t="t" r="r" b="b"/>
              <a:pathLst>
                <a:path w="11241" h="8479" extrusionOk="0">
                  <a:moveTo>
                    <a:pt x="1" y="6490"/>
                  </a:moveTo>
                  <a:lnTo>
                    <a:pt x="1" y="8478"/>
                  </a:lnTo>
                  <a:lnTo>
                    <a:pt x="11240" y="1989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9"/>
            <p:cNvSpPr/>
            <p:nvPr/>
          </p:nvSpPr>
          <p:spPr>
            <a:xfrm>
              <a:off x="2200466" y="2410277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9"/>
            <p:cNvSpPr/>
            <p:nvPr/>
          </p:nvSpPr>
          <p:spPr>
            <a:xfrm>
              <a:off x="2453059" y="2347814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9"/>
            <p:cNvSpPr/>
            <p:nvPr/>
          </p:nvSpPr>
          <p:spPr>
            <a:xfrm>
              <a:off x="2539979" y="2269609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19"/>
                  </a:moveTo>
                  <a:lnTo>
                    <a:pt x="1" y="2608"/>
                  </a:lnTo>
                  <a:lnTo>
                    <a:pt x="2822" y="976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9"/>
            <p:cNvSpPr/>
            <p:nvPr/>
          </p:nvSpPr>
          <p:spPr>
            <a:xfrm>
              <a:off x="2553575" y="2286993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00"/>
                  </a:lnTo>
                  <a:lnTo>
                    <a:pt x="2024" y="738"/>
                  </a:lnTo>
                  <a:lnTo>
                    <a:pt x="2298" y="595"/>
                  </a:lnTo>
                  <a:lnTo>
                    <a:pt x="2298" y="357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84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76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10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9"/>
            <p:cNvSpPr/>
            <p:nvPr/>
          </p:nvSpPr>
          <p:spPr>
            <a:xfrm>
              <a:off x="2467751" y="2377289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9"/>
                  </a:cubicBezTo>
                  <a:cubicBezTo>
                    <a:pt x="667" y="33"/>
                    <a:pt x="643" y="81"/>
                    <a:pt x="643" y="140"/>
                  </a:cubicBezTo>
                  <a:cubicBezTo>
                    <a:pt x="643" y="175"/>
                    <a:pt x="662" y="197"/>
                    <a:pt x="686" y="197"/>
                  </a:cubicBezTo>
                  <a:cubicBezTo>
                    <a:pt x="695" y="197"/>
                    <a:pt x="705" y="194"/>
                    <a:pt x="715" y="188"/>
                  </a:cubicBezTo>
                  <a:cubicBezTo>
                    <a:pt x="762" y="152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1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3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0"/>
                    <a:pt x="643" y="438"/>
                    <a:pt x="643" y="486"/>
                  </a:cubicBezTo>
                  <a:cubicBezTo>
                    <a:pt x="643" y="526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3"/>
                  </a:cubicBezTo>
                  <a:cubicBezTo>
                    <a:pt x="762" y="510"/>
                    <a:pt x="786" y="462"/>
                    <a:pt x="798" y="402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4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3"/>
                    <a:pt x="143" y="474"/>
                    <a:pt x="143" y="426"/>
                  </a:cubicBezTo>
                  <a:cubicBezTo>
                    <a:pt x="143" y="391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6"/>
                  </a:moveTo>
                  <a:cubicBezTo>
                    <a:pt x="95" y="726"/>
                    <a:pt x="84" y="729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4"/>
                  </a:cubicBezTo>
                  <a:cubicBezTo>
                    <a:pt x="119" y="879"/>
                    <a:pt x="143" y="831"/>
                    <a:pt x="143" y="783"/>
                  </a:cubicBezTo>
                  <a:cubicBezTo>
                    <a:pt x="143" y="749"/>
                    <a:pt x="130" y="726"/>
                    <a:pt x="105" y="72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9"/>
            <p:cNvSpPr/>
            <p:nvPr/>
          </p:nvSpPr>
          <p:spPr>
            <a:xfrm>
              <a:off x="2168390" y="2213077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9"/>
            <p:cNvSpPr/>
            <p:nvPr/>
          </p:nvSpPr>
          <p:spPr>
            <a:xfrm>
              <a:off x="2168390" y="2099009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9"/>
            <p:cNvSpPr/>
            <p:nvPr/>
          </p:nvSpPr>
          <p:spPr>
            <a:xfrm>
              <a:off x="2200466" y="2273396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9"/>
            <p:cNvSpPr/>
            <p:nvPr/>
          </p:nvSpPr>
          <p:spPr>
            <a:xfrm>
              <a:off x="2453059" y="2210932"/>
              <a:ext cx="65791" cy="95635"/>
            </a:xfrm>
            <a:custGeom>
              <a:avLst/>
              <a:gdLst/>
              <a:ahLst/>
              <a:cxnLst/>
              <a:rect l="l" t="t" r="r" b="b"/>
              <a:pathLst>
                <a:path w="1442" h="2096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2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9"/>
            <p:cNvSpPr/>
            <p:nvPr/>
          </p:nvSpPr>
          <p:spPr>
            <a:xfrm>
              <a:off x="2539979" y="2132682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9"/>
            <p:cNvSpPr/>
            <p:nvPr/>
          </p:nvSpPr>
          <p:spPr>
            <a:xfrm>
              <a:off x="2553575" y="2150066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1"/>
                  </a:moveTo>
                  <a:lnTo>
                    <a:pt x="2024" y="156"/>
                  </a:lnTo>
                  <a:lnTo>
                    <a:pt x="2024" y="394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822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8"/>
                  </a:lnTo>
                  <a:lnTo>
                    <a:pt x="679" y="929"/>
                  </a:lnTo>
                  <a:close/>
                  <a:moveTo>
                    <a:pt x="1084" y="1049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56"/>
                  </a:moveTo>
                  <a:lnTo>
                    <a:pt x="0" y="1322"/>
                  </a:lnTo>
                  <a:lnTo>
                    <a:pt x="0" y="1561"/>
                  </a:lnTo>
                  <a:lnTo>
                    <a:pt x="274" y="1394"/>
                  </a:lnTo>
                  <a:lnTo>
                    <a:pt x="274" y="1156"/>
                  </a:lnTo>
                  <a:close/>
                  <a:moveTo>
                    <a:pt x="679" y="1275"/>
                  </a:moveTo>
                  <a:lnTo>
                    <a:pt x="405" y="1430"/>
                  </a:lnTo>
                  <a:lnTo>
                    <a:pt x="405" y="1668"/>
                  </a:lnTo>
                  <a:lnTo>
                    <a:pt x="679" y="1513"/>
                  </a:lnTo>
                  <a:lnTo>
                    <a:pt x="679" y="1275"/>
                  </a:lnTo>
                  <a:close/>
                  <a:moveTo>
                    <a:pt x="274" y="1513"/>
                  </a:moveTo>
                  <a:lnTo>
                    <a:pt x="0" y="1668"/>
                  </a:lnTo>
                  <a:lnTo>
                    <a:pt x="0" y="1906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9"/>
            <p:cNvSpPr/>
            <p:nvPr/>
          </p:nvSpPr>
          <p:spPr>
            <a:xfrm>
              <a:off x="2467751" y="2240362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65"/>
                    <a:pt x="786" y="117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1"/>
                  </a:cubicBezTo>
                  <a:cubicBezTo>
                    <a:pt x="357" y="224"/>
                    <a:pt x="334" y="272"/>
                    <a:pt x="322" y="332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41" y="344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3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05" y="382"/>
                  </a:moveTo>
                  <a:cubicBezTo>
                    <a:pt x="95" y="382"/>
                    <a:pt x="84" y="385"/>
                    <a:pt x="72" y="391"/>
                  </a:cubicBezTo>
                  <a:cubicBezTo>
                    <a:pt x="24" y="415"/>
                    <a:pt x="0" y="463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86"/>
                    <a:pt x="143" y="439"/>
                  </a:cubicBezTo>
                  <a:cubicBezTo>
                    <a:pt x="143" y="404"/>
                    <a:pt x="130" y="382"/>
                    <a:pt x="105" y="382"/>
                  </a:cubicBezTo>
                  <a:close/>
                  <a:moveTo>
                    <a:pt x="430" y="542"/>
                  </a:moveTo>
                  <a:cubicBezTo>
                    <a:pt x="422" y="542"/>
                    <a:pt x="413" y="543"/>
                    <a:pt x="405" y="546"/>
                  </a:cubicBezTo>
                  <a:cubicBezTo>
                    <a:pt x="357" y="582"/>
                    <a:pt x="334" y="629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41" y="701"/>
                    <a:pt x="476" y="653"/>
                    <a:pt x="476" y="594"/>
                  </a:cubicBezTo>
                  <a:cubicBezTo>
                    <a:pt x="476" y="557"/>
                    <a:pt x="456" y="542"/>
                    <a:pt x="430" y="542"/>
                  </a:cubicBezTo>
                  <a:close/>
                  <a:moveTo>
                    <a:pt x="101" y="732"/>
                  </a:moveTo>
                  <a:cubicBezTo>
                    <a:pt x="93" y="732"/>
                    <a:pt x="83" y="734"/>
                    <a:pt x="72" y="736"/>
                  </a:cubicBezTo>
                  <a:cubicBezTo>
                    <a:pt x="24" y="772"/>
                    <a:pt x="0" y="820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4"/>
                    <a:pt x="143" y="784"/>
                  </a:cubicBezTo>
                  <a:cubicBezTo>
                    <a:pt x="143" y="748"/>
                    <a:pt x="129" y="732"/>
                    <a:pt x="101" y="73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9"/>
            <p:cNvSpPr/>
            <p:nvPr/>
          </p:nvSpPr>
          <p:spPr>
            <a:xfrm>
              <a:off x="2168390" y="2076743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9"/>
            <p:cNvSpPr/>
            <p:nvPr/>
          </p:nvSpPr>
          <p:spPr>
            <a:xfrm>
              <a:off x="2168390" y="1962675"/>
              <a:ext cx="512871" cy="386830"/>
            </a:xfrm>
            <a:custGeom>
              <a:avLst/>
              <a:gdLst/>
              <a:ahLst/>
              <a:cxnLst/>
              <a:rect l="l" t="t" r="r" b="b"/>
              <a:pathLst>
                <a:path w="11241" h="8478" extrusionOk="0">
                  <a:moveTo>
                    <a:pt x="1" y="6489"/>
                  </a:moveTo>
                  <a:lnTo>
                    <a:pt x="1" y="8477"/>
                  </a:lnTo>
                  <a:lnTo>
                    <a:pt x="11240" y="1988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9"/>
            <p:cNvSpPr/>
            <p:nvPr/>
          </p:nvSpPr>
          <p:spPr>
            <a:xfrm>
              <a:off x="2200466" y="2137062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9"/>
            <p:cNvSpPr/>
            <p:nvPr/>
          </p:nvSpPr>
          <p:spPr>
            <a:xfrm>
              <a:off x="2453059" y="2074553"/>
              <a:ext cx="65791" cy="95133"/>
            </a:xfrm>
            <a:custGeom>
              <a:avLst/>
              <a:gdLst/>
              <a:ahLst/>
              <a:cxnLst/>
              <a:rect l="l" t="t" r="r" b="b"/>
              <a:pathLst>
                <a:path w="1442" h="2085" extrusionOk="0">
                  <a:moveTo>
                    <a:pt x="1441" y="1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1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9"/>
            <p:cNvSpPr/>
            <p:nvPr/>
          </p:nvSpPr>
          <p:spPr>
            <a:xfrm>
              <a:off x="2539979" y="1996348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9"/>
            <p:cNvSpPr/>
            <p:nvPr/>
          </p:nvSpPr>
          <p:spPr>
            <a:xfrm>
              <a:off x="2553575" y="2013732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9"/>
            <p:cNvSpPr/>
            <p:nvPr/>
          </p:nvSpPr>
          <p:spPr>
            <a:xfrm>
              <a:off x="2467751" y="2104028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33"/>
                    <a:pt x="643" y="81"/>
                    <a:pt x="643" y="141"/>
                  </a:cubicBezTo>
                  <a:cubicBezTo>
                    <a:pt x="643" y="177"/>
                    <a:pt x="664" y="193"/>
                    <a:pt x="690" y="193"/>
                  </a:cubicBezTo>
                  <a:cubicBezTo>
                    <a:pt x="698" y="193"/>
                    <a:pt x="706" y="191"/>
                    <a:pt x="715" y="188"/>
                  </a:cubicBezTo>
                  <a:cubicBezTo>
                    <a:pt x="762" y="153"/>
                    <a:pt x="786" y="105"/>
                    <a:pt x="798" y="57"/>
                  </a:cubicBezTo>
                  <a:cubicBezTo>
                    <a:pt x="798" y="22"/>
                    <a:pt x="779" y="0"/>
                    <a:pt x="750" y="0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8"/>
                  </a:cubicBezTo>
                  <a:cubicBezTo>
                    <a:pt x="357" y="224"/>
                    <a:pt x="334" y="272"/>
                    <a:pt x="322" y="319"/>
                  </a:cubicBezTo>
                  <a:cubicBezTo>
                    <a:pt x="322" y="354"/>
                    <a:pt x="341" y="376"/>
                    <a:pt x="370" y="376"/>
                  </a:cubicBezTo>
                  <a:cubicBezTo>
                    <a:pt x="380" y="376"/>
                    <a:pt x="392" y="373"/>
                    <a:pt x="405" y="367"/>
                  </a:cubicBezTo>
                  <a:cubicBezTo>
                    <a:pt x="441" y="331"/>
                    <a:pt x="476" y="284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8"/>
                    <a:pt x="643" y="486"/>
                  </a:cubicBezTo>
                  <a:cubicBezTo>
                    <a:pt x="643" y="527"/>
                    <a:pt x="660" y="545"/>
                    <a:pt x="682" y="545"/>
                  </a:cubicBezTo>
                  <a:cubicBezTo>
                    <a:pt x="692" y="545"/>
                    <a:pt x="703" y="541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69"/>
                  </a:moveTo>
                  <a:cubicBezTo>
                    <a:pt x="95" y="369"/>
                    <a:pt x="84" y="372"/>
                    <a:pt x="72" y="379"/>
                  </a:cubicBezTo>
                  <a:cubicBezTo>
                    <a:pt x="24" y="414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74"/>
                    <a:pt x="143" y="426"/>
                  </a:cubicBezTo>
                  <a:cubicBezTo>
                    <a:pt x="143" y="392"/>
                    <a:pt x="130" y="369"/>
                    <a:pt x="105" y="369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5"/>
                  </a:cubicBezTo>
                  <a:cubicBezTo>
                    <a:pt x="357" y="569"/>
                    <a:pt x="334" y="617"/>
                    <a:pt x="322" y="676"/>
                  </a:cubicBezTo>
                  <a:cubicBezTo>
                    <a:pt x="322" y="711"/>
                    <a:pt x="341" y="733"/>
                    <a:pt x="370" y="733"/>
                  </a:cubicBezTo>
                  <a:cubicBezTo>
                    <a:pt x="380" y="733"/>
                    <a:pt x="392" y="730"/>
                    <a:pt x="405" y="724"/>
                  </a:cubicBezTo>
                  <a:cubicBezTo>
                    <a:pt x="441" y="688"/>
                    <a:pt x="476" y="641"/>
                    <a:pt x="476" y="593"/>
                  </a:cubicBezTo>
                  <a:cubicBezTo>
                    <a:pt x="476" y="558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7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1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9"/>
            <p:cNvSpPr/>
            <p:nvPr/>
          </p:nvSpPr>
          <p:spPr>
            <a:xfrm>
              <a:off x="2168390" y="1939862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9"/>
            <p:cNvSpPr/>
            <p:nvPr/>
          </p:nvSpPr>
          <p:spPr>
            <a:xfrm>
              <a:off x="2168390" y="3192007"/>
              <a:ext cx="512871" cy="387423"/>
            </a:xfrm>
            <a:custGeom>
              <a:avLst/>
              <a:gdLst/>
              <a:ahLst/>
              <a:cxnLst/>
              <a:rect l="l" t="t" r="r" b="b"/>
              <a:pathLst>
                <a:path w="11241" h="8491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9"/>
            <p:cNvSpPr/>
            <p:nvPr/>
          </p:nvSpPr>
          <p:spPr>
            <a:xfrm>
              <a:off x="2200466" y="3366394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9"/>
            <p:cNvSpPr/>
            <p:nvPr/>
          </p:nvSpPr>
          <p:spPr>
            <a:xfrm>
              <a:off x="2453059" y="3303930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9"/>
            <p:cNvSpPr/>
            <p:nvPr/>
          </p:nvSpPr>
          <p:spPr>
            <a:xfrm>
              <a:off x="2539979" y="3225725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88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9"/>
            <p:cNvSpPr/>
            <p:nvPr/>
          </p:nvSpPr>
          <p:spPr>
            <a:xfrm>
              <a:off x="2553575" y="3243109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26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6"/>
                  </a:lnTo>
                  <a:lnTo>
                    <a:pt x="1893" y="238"/>
                  </a:lnTo>
                  <a:close/>
                  <a:moveTo>
                    <a:pt x="2298" y="345"/>
                  </a:moveTo>
                  <a:lnTo>
                    <a:pt x="2024" y="500"/>
                  </a:lnTo>
                  <a:lnTo>
                    <a:pt x="2024" y="750"/>
                  </a:lnTo>
                  <a:lnTo>
                    <a:pt x="2298" y="584"/>
                  </a:lnTo>
                  <a:lnTo>
                    <a:pt x="2298" y="345"/>
                  </a:lnTo>
                  <a:close/>
                  <a:moveTo>
                    <a:pt x="1489" y="464"/>
                  </a:moveTo>
                  <a:lnTo>
                    <a:pt x="1215" y="619"/>
                  </a:lnTo>
                  <a:lnTo>
                    <a:pt x="1215" y="857"/>
                  </a:lnTo>
                  <a:lnTo>
                    <a:pt x="1489" y="703"/>
                  </a:lnTo>
                  <a:lnTo>
                    <a:pt x="1489" y="464"/>
                  </a:lnTo>
                  <a:close/>
                  <a:moveTo>
                    <a:pt x="1893" y="572"/>
                  </a:moveTo>
                  <a:lnTo>
                    <a:pt x="1620" y="738"/>
                  </a:lnTo>
                  <a:lnTo>
                    <a:pt x="1620" y="976"/>
                  </a:lnTo>
                  <a:lnTo>
                    <a:pt x="1893" y="810"/>
                  </a:lnTo>
                  <a:lnTo>
                    <a:pt x="1893" y="572"/>
                  </a:lnTo>
                  <a:close/>
                  <a:moveTo>
                    <a:pt x="1084" y="703"/>
                  </a:moveTo>
                  <a:lnTo>
                    <a:pt x="810" y="857"/>
                  </a:lnTo>
                  <a:lnTo>
                    <a:pt x="810" y="1095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10"/>
                  </a:moveTo>
                  <a:lnTo>
                    <a:pt x="1215" y="965"/>
                  </a:lnTo>
                  <a:lnTo>
                    <a:pt x="1215" y="1203"/>
                  </a:lnTo>
                  <a:lnTo>
                    <a:pt x="1489" y="1048"/>
                  </a:lnTo>
                  <a:lnTo>
                    <a:pt x="1489" y="810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74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29"/>
                  </a:lnTo>
                  <a:lnTo>
                    <a:pt x="405" y="1667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00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38"/>
                  </a:lnTo>
                  <a:lnTo>
                    <a:pt x="274" y="1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9"/>
            <p:cNvSpPr/>
            <p:nvPr/>
          </p:nvSpPr>
          <p:spPr>
            <a:xfrm>
              <a:off x="2467751" y="3333633"/>
              <a:ext cx="36409" cy="41932"/>
            </a:xfrm>
            <a:custGeom>
              <a:avLst/>
              <a:gdLst/>
              <a:ahLst/>
              <a:cxnLst/>
              <a:rect l="l" t="t" r="r" b="b"/>
              <a:pathLst>
                <a:path w="798" h="919" extrusionOk="0">
                  <a:moveTo>
                    <a:pt x="746" y="0"/>
                  </a:moveTo>
                  <a:cubicBezTo>
                    <a:pt x="736" y="0"/>
                    <a:pt x="726" y="2"/>
                    <a:pt x="715" y="4"/>
                  </a:cubicBezTo>
                  <a:cubicBezTo>
                    <a:pt x="667" y="40"/>
                    <a:pt x="643" y="88"/>
                    <a:pt x="643" y="135"/>
                  </a:cubicBezTo>
                  <a:cubicBezTo>
                    <a:pt x="643" y="170"/>
                    <a:pt x="662" y="192"/>
                    <a:pt x="686" y="192"/>
                  </a:cubicBezTo>
                  <a:cubicBezTo>
                    <a:pt x="695" y="192"/>
                    <a:pt x="705" y="189"/>
                    <a:pt x="715" y="183"/>
                  </a:cubicBezTo>
                  <a:cubicBezTo>
                    <a:pt x="762" y="159"/>
                    <a:pt x="786" y="112"/>
                    <a:pt x="798" y="52"/>
                  </a:cubicBezTo>
                  <a:cubicBezTo>
                    <a:pt x="798" y="16"/>
                    <a:pt x="777" y="0"/>
                    <a:pt x="746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19"/>
                    <a:pt x="334" y="266"/>
                    <a:pt x="322" y="326"/>
                  </a:cubicBezTo>
                  <a:cubicBezTo>
                    <a:pt x="322" y="362"/>
                    <a:pt x="342" y="378"/>
                    <a:pt x="374" y="378"/>
                  </a:cubicBezTo>
                  <a:cubicBezTo>
                    <a:pt x="383" y="378"/>
                    <a:pt x="394" y="376"/>
                    <a:pt x="405" y="374"/>
                  </a:cubicBezTo>
                  <a:cubicBezTo>
                    <a:pt x="441" y="338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cubicBezTo>
                    <a:pt x="667" y="397"/>
                    <a:pt x="643" y="445"/>
                    <a:pt x="643" y="493"/>
                  </a:cubicBezTo>
                  <a:cubicBezTo>
                    <a:pt x="643" y="527"/>
                    <a:pt x="662" y="550"/>
                    <a:pt x="686" y="550"/>
                  </a:cubicBezTo>
                  <a:cubicBezTo>
                    <a:pt x="695" y="550"/>
                    <a:pt x="705" y="547"/>
                    <a:pt x="715" y="540"/>
                  </a:cubicBezTo>
                  <a:cubicBezTo>
                    <a:pt x="762" y="505"/>
                    <a:pt x="786" y="457"/>
                    <a:pt x="798" y="409"/>
                  </a:cubicBezTo>
                  <a:cubicBezTo>
                    <a:pt x="798" y="374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5"/>
                  </a:cubicBezTo>
                  <a:cubicBezTo>
                    <a:pt x="24" y="409"/>
                    <a:pt x="0" y="457"/>
                    <a:pt x="0" y="516"/>
                  </a:cubicBezTo>
                  <a:cubicBezTo>
                    <a:pt x="0" y="542"/>
                    <a:pt x="19" y="562"/>
                    <a:pt x="42" y="562"/>
                  </a:cubicBezTo>
                  <a:cubicBezTo>
                    <a:pt x="52" y="562"/>
                    <a:pt x="62" y="559"/>
                    <a:pt x="72" y="552"/>
                  </a:cubicBezTo>
                  <a:cubicBezTo>
                    <a:pt x="119" y="528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4" y="543"/>
                  </a:moveTo>
                  <a:cubicBezTo>
                    <a:pt x="425" y="543"/>
                    <a:pt x="415" y="545"/>
                    <a:pt x="405" y="552"/>
                  </a:cubicBezTo>
                  <a:cubicBezTo>
                    <a:pt x="357" y="576"/>
                    <a:pt x="334" y="624"/>
                    <a:pt x="322" y="671"/>
                  </a:cubicBezTo>
                  <a:cubicBezTo>
                    <a:pt x="322" y="706"/>
                    <a:pt x="341" y="728"/>
                    <a:pt x="370" y="728"/>
                  </a:cubicBezTo>
                  <a:cubicBezTo>
                    <a:pt x="380" y="728"/>
                    <a:pt x="392" y="725"/>
                    <a:pt x="405" y="719"/>
                  </a:cubicBezTo>
                  <a:cubicBezTo>
                    <a:pt x="453" y="695"/>
                    <a:pt x="476" y="647"/>
                    <a:pt x="476" y="588"/>
                  </a:cubicBezTo>
                  <a:cubicBezTo>
                    <a:pt x="476" y="562"/>
                    <a:pt x="458" y="543"/>
                    <a:pt x="434" y="543"/>
                  </a:cubicBezTo>
                  <a:close/>
                  <a:moveTo>
                    <a:pt x="111" y="731"/>
                  </a:moveTo>
                  <a:cubicBezTo>
                    <a:pt x="101" y="731"/>
                    <a:pt x="87" y="735"/>
                    <a:pt x="72" y="743"/>
                  </a:cubicBezTo>
                  <a:cubicBezTo>
                    <a:pt x="24" y="766"/>
                    <a:pt x="0" y="814"/>
                    <a:pt x="0" y="862"/>
                  </a:cubicBezTo>
                  <a:cubicBezTo>
                    <a:pt x="0" y="897"/>
                    <a:pt x="19" y="919"/>
                    <a:pt x="44" y="919"/>
                  </a:cubicBezTo>
                  <a:cubicBezTo>
                    <a:pt x="52" y="919"/>
                    <a:pt x="62" y="916"/>
                    <a:pt x="72" y="909"/>
                  </a:cubicBezTo>
                  <a:cubicBezTo>
                    <a:pt x="119" y="886"/>
                    <a:pt x="143" y="838"/>
                    <a:pt x="143" y="778"/>
                  </a:cubicBezTo>
                  <a:cubicBezTo>
                    <a:pt x="143" y="747"/>
                    <a:pt x="132" y="731"/>
                    <a:pt x="111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9"/>
            <p:cNvSpPr/>
            <p:nvPr/>
          </p:nvSpPr>
          <p:spPr>
            <a:xfrm>
              <a:off x="2168390" y="3169741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9"/>
            <p:cNvSpPr/>
            <p:nvPr/>
          </p:nvSpPr>
          <p:spPr>
            <a:xfrm>
              <a:off x="2168390" y="3055673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9"/>
            <p:cNvSpPr/>
            <p:nvPr/>
          </p:nvSpPr>
          <p:spPr>
            <a:xfrm>
              <a:off x="2200466" y="3230060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9"/>
            <p:cNvSpPr/>
            <p:nvPr/>
          </p:nvSpPr>
          <p:spPr>
            <a:xfrm>
              <a:off x="2453059" y="3167596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34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9"/>
            <p:cNvSpPr/>
            <p:nvPr/>
          </p:nvSpPr>
          <p:spPr>
            <a:xfrm>
              <a:off x="2539979" y="3089346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9"/>
            <p:cNvSpPr/>
            <p:nvPr/>
          </p:nvSpPr>
          <p:spPr>
            <a:xfrm>
              <a:off x="2553575" y="3106182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7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96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41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79"/>
                  </a:lnTo>
                  <a:lnTo>
                    <a:pt x="679" y="941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8"/>
                  </a:lnTo>
                  <a:close/>
                  <a:moveTo>
                    <a:pt x="274" y="1168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1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9"/>
            <p:cNvSpPr/>
            <p:nvPr/>
          </p:nvSpPr>
          <p:spPr>
            <a:xfrm>
              <a:off x="2467751" y="3197026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1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4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3"/>
                    <a:pt x="476" y="296"/>
                    <a:pt x="476" y="236"/>
                  </a:cubicBezTo>
                  <a:cubicBezTo>
                    <a:pt x="476" y="201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98"/>
                  </a:cubicBezTo>
                  <a:cubicBezTo>
                    <a:pt x="643" y="530"/>
                    <a:pt x="659" y="546"/>
                    <a:pt x="680" y="546"/>
                  </a:cubicBezTo>
                  <a:cubicBezTo>
                    <a:pt x="691" y="546"/>
                    <a:pt x="703" y="542"/>
                    <a:pt x="715" y="534"/>
                  </a:cubicBezTo>
                  <a:cubicBezTo>
                    <a:pt x="762" y="510"/>
                    <a:pt x="786" y="462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2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4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6"/>
                  </a:moveTo>
                  <a:cubicBezTo>
                    <a:pt x="424" y="536"/>
                    <a:pt x="415" y="539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689"/>
                    <a:pt x="476" y="641"/>
                    <a:pt x="476" y="593"/>
                  </a:cubicBezTo>
                  <a:cubicBezTo>
                    <a:pt x="476" y="559"/>
                    <a:pt x="457" y="536"/>
                    <a:pt x="433" y="536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9"/>
            <p:cNvSpPr/>
            <p:nvPr/>
          </p:nvSpPr>
          <p:spPr>
            <a:xfrm>
              <a:off x="2168390" y="303285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0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89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9"/>
            <p:cNvSpPr/>
            <p:nvPr/>
          </p:nvSpPr>
          <p:spPr>
            <a:xfrm>
              <a:off x="2168390" y="291879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0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9"/>
            <p:cNvSpPr/>
            <p:nvPr/>
          </p:nvSpPr>
          <p:spPr>
            <a:xfrm>
              <a:off x="2200466" y="3093133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9"/>
                  </a:moveTo>
                  <a:lnTo>
                    <a:pt x="0" y="3704"/>
                  </a:lnTo>
                  <a:lnTo>
                    <a:pt x="4858" y="906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9"/>
            <p:cNvSpPr/>
            <p:nvPr/>
          </p:nvSpPr>
          <p:spPr>
            <a:xfrm>
              <a:off x="2453059" y="3030669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9"/>
            <p:cNvSpPr/>
            <p:nvPr/>
          </p:nvSpPr>
          <p:spPr>
            <a:xfrm>
              <a:off x="2539979" y="295246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1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9"/>
            <p:cNvSpPr/>
            <p:nvPr/>
          </p:nvSpPr>
          <p:spPr>
            <a:xfrm>
              <a:off x="2553575" y="2969848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57"/>
                  </a:moveTo>
                  <a:lnTo>
                    <a:pt x="2024" y="512"/>
                  </a:lnTo>
                  <a:lnTo>
                    <a:pt x="2024" y="750"/>
                  </a:lnTo>
                  <a:lnTo>
                    <a:pt x="2298" y="596"/>
                  </a:lnTo>
                  <a:lnTo>
                    <a:pt x="2298" y="357"/>
                  </a:lnTo>
                  <a:close/>
                  <a:moveTo>
                    <a:pt x="1489" y="465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50"/>
                  </a:lnTo>
                  <a:lnTo>
                    <a:pt x="1620" y="988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0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86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24"/>
                  </a:lnTo>
                  <a:lnTo>
                    <a:pt x="679" y="1286"/>
                  </a:lnTo>
                  <a:close/>
                  <a:moveTo>
                    <a:pt x="274" y="1512"/>
                  </a:moveTo>
                  <a:lnTo>
                    <a:pt x="0" y="1679"/>
                  </a:lnTo>
                  <a:lnTo>
                    <a:pt x="0" y="1917"/>
                  </a:lnTo>
                  <a:lnTo>
                    <a:pt x="274" y="1750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9"/>
            <p:cNvSpPr/>
            <p:nvPr/>
          </p:nvSpPr>
          <p:spPr>
            <a:xfrm>
              <a:off x="2467751" y="3060373"/>
              <a:ext cx="36409" cy="42479"/>
            </a:xfrm>
            <a:custGeom>
              <a:avLst/>
              <a:gdLst/>
              <a:ahLst/>
              <a:cxnLst/>
              <a:rect l="l" t="t" r="r" b="b"/>
              <a:pathLst>
                <a:path w="798" h="931" extrusionOk="0">
                  <a:moveTo>
                    <a:pt x="745" y="0"/>
                  </a:moveTo>
                  <a:cubicBezTo>
                    <a:pt x="735" y="0"/>
                    <a:pt x="725" y="2"/>
                    <a:pt x="715" y="5"/>
                  </a:cubicBezTo>
                  <a:lnTo>
                    <a:pt x="715" y="17"/>
                  </a:lnTo>
                  <a:cubicBezTo>
                    <a:pt x="667" y="40"/>
                    <a:pt x="643" y="88"/>
                    <a:pt x="643" y="147"/>
                  </a:cubicBezTo>
                  <a:cubicBezTo>
                    <a:pt x="643" y="182"/>
                    <a:pt x="662" y="204"/>
                    <a:pt x="686" y="204"/>
                  </a:cubicBezTo>
                  <a:cubicBezTo>
                    <a:pt x="695" y="204"/>
                    <a:pt x="705" y="202"/>
                    <a:pt x="715" y="195"/>
                  </a:cubicBezTo>
                  <a:cubicBezTo>
                    <a:pt x="762" y="159"/>
                    <a:pt x="786" y="112"/>
                    <a:pt x="798" y="64"/>
                  </a:cubicBezTo>
                  <a:cubicBezTo>
                    <a:pt x="798" y="18"/>
                    <a:pt x="776" y="0"/>
                    <a:pt x="745" y="0"/>
                  </a:cubicBezTo>
                  <a:close/>
                  <a:moveTo>
                    <a:pt x="433" y="186"/>
                  </a:moveTo>
                  <a:cubicBezTo>
                    <a:pt x="424" y="186"/>
                    <a:pt x="415" y="189"/>
                    <a:pt x="405" y="195"/>
                  </a:cubicBezTo>
                  <a:cubicBezTo>
                    <a:pt x="357" y="231"/>
                    <a:pt x="334" y="278"/>
                    <a:pt x="322" y="326"/>
                  </a:cubicBezTo>
                  <a:cubicBezTo>
                    <a:pt x="322" y="361"/>
                    <a:pt x="341" y="383"/>
                    <a:pt x="370" y="383"/>
                  </a:cubicBezTo>
                  <a:cubicBezTo>
                    <a:pt x="380" y="383"/>
                    <a:pt x="392" y="380"/>
                    <a:pt x="405" y="374"/>
                  </a:cubicBezTo>
                  <a:cubicBezTo>
                    <a:pt x="453" y="350"/>
                    <a:pt x="476" y="290"/>
                    <a:pt x="476" y="243"/>
                  </a:cubicBezTo>
                  <a:cubicBezTo>
                    <a:pt x="476" y="208"/>
                    <a:pt x="457" y="186"/>
                    <a:pt x="433" y="186"/>
                  </a:cubicBezTo>
                  <a:close/>
                  <a:moveTo>
                    <a:pt x="750" y="352"/>
                  </a:moveTo>
                  <a:cubicBezTo>
                    <a:pt x="739" y="352"/>
                    <a:pt x="727" y="355"/>
                    <a:pt x="715" y="362"/>
                  </a:cubicBezTo>
                  <a:lnTo>
                    <a:pt x="715" y="374"/>
                  </a:lnTo>
                  <a:cubicBezTo>
                    <a:pt x="667" y="398"/>
                    <a:pt x="643" y="445"/>
                    <a:pt x="643" y="505"/>
                  </a:cubicBezTo>
                  <a:cubicBezTo>
                    <a:pt x="643" y="536"/>
                    <a:pt x="659" y="552"/>
                    <a:pt x="680" y="552"/>
                  </a:cubicBezTo>
                  <a:cubicBezTo>
                    <a:pt x="691" y="552"/>
                    <a:pt x="703" y="548"/>
                    <a:pt x="715" y="540"/>
                  </a:cubicBezTo>
                  <a:cubicBezTo>
                    <a:pt x="762" y="517"/>
                    <a:pt x="786" y="469"/>
                    <a:pt x="798" y="409"/>
                  </a:cubicBezTo>
                  <a:cubicBezTo>
                    <a:pt x="798" y="375"/>
                    <a:pt x="779" y="352"/>
                    <a:pt x="750" y="352"/>
                  </a:cubicBezTo>
                  <a:close/>
                  <a:moveTo>
                    <a:pt x="105" y="376"/>
                  </a:moveTo>
                  <a:cubicBezTo>
                    <a:pt x="95" y="376"/>
                    <a:pt x="84" y="379"/>
                    <a:pt x="72" y="386"/>
                  </a:cubicBezTo>
                  <a:cubicBezTo>
                    <a:pt x="24" y="421"/>
                    <a:pt x="0" y="469"/>
                    <a:pt x="0" y="517"/>
                  </a:cubicBezTo>
                  <a:cubicBezTo>
                    <a:pt x="0" y="551"/>
                    <a:pt x="19" y="574"/>
                    <a:pt x="44" y="574"/>
                  </a:cubicBezTo>
                  <a:cubicBezTo>
                    <a:pt x="52" y="574"/>
                    <a:pt x="62" y="571"/>
                    <a:pt x="72" y="564"/>
                  </a:cubicBezTo>
                  <a:cubicBezTo>
                    <a:pt x="119" y="540"/>
                    <a:pt x="143" y="481"/>
                    <a:pt x="143" y="433"/>
                  </a:cubicBezTo>
                  <a:cubicBezTo>
                    <a:pt x="143" y="398"/>
                    <a:pt x="130" y="376"/>
                    <a:pt x="105" y="376"/>
                  </a:cubicBezTo>
                  <a:close/>
                  <a:moveTo>
                    <a:pt x="438" y="541"/>
                  </a:moveTo>
                  <a:cubicBezTo>
                    <a:pt x="428" y="541"/>
                    <a:pt x="416" y="545"/>
                    <a:pt x="405" y="552"/>
                  </a:cubicBezTo>
                  <a:cubicBezTo>
                    <a:pt x="357" y="576"/>
                    <a:pt x="334" y="624"/>
                    <a:pt x="322" y="683"/>
                  </a:cubicBezTo>
                  <a:cubicBezTo>
                    <a:pt x="322" y="718"/>
                    <a:pt x="341" y="740"/>
                    <a:pt x="370" y="740"/>
                  </a:cubicBezTo>
                  <a:cubicBezTo>
                    <a:pt x="380" y="740"/>
                    <a:pt x="392" y="737"/>
                    <a:pt x="405" y="731"/>
                  </a:cubicBezTo>
                  <a:cubicBezTo>
                    <a:pt x="453" y="695"/>
                    <a:pt x="476" y="648"/>
                    <a:pt x="476" y="600"/>
                  </a:cubicBezTo>
                  <a:cubicBezTo>
                    <a:pt x="476" y="559"/>
                    <a:pt x="460" y="541"/>
                    <a:pt x="438" y="541"/>
                  </a:cubicBezTo>
                  <a:close/>
                  <a:moveTo>
                    <a:pt x="100" y="727"/>
                  </a:moveTo>
                  <a:cubicBezTo>
                    <a:pt x="92" y="727"/>
                    <a:pt x="82" y="728"/>
                    <a:pt x="72" y="731"/>
                  </a:cubicBezTo>
                  <a:lnTo>
                    <a:pt x="72" y="743"/>
                  </a:lnTo>
                  <a:cubicBezTo>
                    <a:pt x="24" y="767"/>
                    <a:pt x="0" y="814"/>
                    <a:pt x="0" y="874"/>
                  </a:cubicBezTo>
                  <a:cubicBezTo>
                    <a:pt x="0" y="909"/>
                    <a:pt x="19" y="931"/>
                    <a:pt x="44" y="931"/>
                  </a:cubicBezTo>
                  <a:cubicBezTo>
                    <a:pt x="52" y="931"/>
                    <a:pt x="62" y="928"/>
                    <a:pt x="72" y="921"/>
                  </a:cubicBezTo>
                  <a:cubicBezTo>
                    <a:pt x="119" y="886"/>
                    <a:pt x="143" y="838"/>
                    <a:pt x="143" y="790"/>
                  </a:cubicBezTo>
                  <a:cubicBezTo>
                    <a:pt x="143" y="744"/>
                    <a:pt x="129" y="727"/>
                    <a:pt x="100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9"/>
            <p:cNvSpPr/>
            <p:nvPr/>
          </p:nvSpPr>
          <p:spPr>
            <a:xfrm>
              <a:off x="2168390" y="2896480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9"/>
                  </a:moveTo>
                  <a:lnTo>
                    <a:pt x="10371" y="1"/>
                  </a:lnTo>
                  <a:lnTo>
                    <a:pt x="1" y="5990"/>
                  </a:lnTo>
                  <a:lnTo>
                    <a:pt x="1" y="6978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9"/>
            <p:cNvSpPr/>
            <p:nvPr/>
          </p:nvSpPr>
          <p:spPr>
            <a:xfrm>
              <a:off x="2168390" y="2782412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90"/>
                  </a:moveTo>
                  <a:lnTo>
                    <a:pt x="1" y="8490"/>
                  </a:lnTo>
                  <a:lnTo>
                    <a:pt x="11240" y="2001"/>
                  </a:lnTo>
                  <a:lnTo>
                    <a:pt x="11240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9"/>
            <p:cNvSpPr/>
            <p:nvPr/>
          </p:nvSpPr>
          <p:spPr>
            <a:xfrm>
              <a:off x="2200466" y="2956799"/>
              <a:ext cx="221646" cy="169004"/>
            </a:xfrm>
            <a:custGeom>
              <a:avLst/>
              <a:gdLst/>
              <a:ahLst/>
              <a:cxnLst/>
              <a:rect l="l" t="t" r="r" b="b"/>
              <a:pathLst>
                <a:path w="4858" h="3704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9"/>
            <p:cNvSpPr/>
            <p:nvPr/>
          </p:nvSpPr>
          <p:spPr>
            <a:xfrm>
              <a:off x="2453059" y="2894335"/>
              <a:ext cx="65791" cy="95088"/>
            </a:xfrm>
            <a:custGeom>
              <a:avLst/>
              <a:gdLst/>
              <a:ahLst/>
              <a:cxnLst/>
              <a:rect l="l" t="t" r="r" b="b"/>
              <a:pathLst>
                <a:path w="1442" h="2084" extrusionOk="0">
                  <a:moveTo>
                    <a:pt x="1441" y="0"/>
                  </a:moveTo>
                  <a:lnTo>
                    <a:pt x="1" y="822"/>
                  </a:lnTo>
                  <a:lnTo>
                    <a:pt x="1" y="2084"/>
                  </a:lnTo>
                  <a:lnTo>
                    <a:pt x="1441" y="1250"/>
                  </a:lnTo>
                  <a:lnTo>
                    <a:pt x="14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9"/>
            <p:cNvSpPr/>
            <p:nvPr/>
          </p:nvSpPr>
          <p:spPr>
            <a:xfrm>
              <a:off x="2539979" y="2816085"/>
              <a:ext cx="128799" cy="119042"/>
            </a:xfrm>
            <a:custGeom>
              <a:avLst/>
              <a:gdLst/>
              <a:ahLst/>
              <a:cxnLst/>
              <a:rect l="l" t="t" r="r" b="b"/>
              <a:pathLst>
                <a:path w="2823" h="2609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9"/>
            <p:cNvSpPr/>
            <p:nvPr/>
          </p:nvSpPr>
          <p:spPr>
            <a:xfrm>
              <a:off x="2553575" y="2832921"/>
              <a:ext cx="104892" cy="87514"/>
            </a:xfrm>
            <a:custGeom>
              <a:avLst/>
              <a:gdLst/>
              <a:ahLst/>
              <a:cxnLst/>
              <a:rect l="l" t="t" r="r" b="b"/>
              <a:pathLst>
                <a:path w="2299" h="1918" extrusionOk="0">
                  <a:moveTo>
                    <a:pt x="2298" y="1"/>
                  </a:moveTo>
                  <a:lnTo>
                    <a:pt x="2024" y="168"/>
                  </a:lnTo>
                  <a:lnTo>
                    <a:pt x="2024" y="406"/>
                  </a:lnTo>
                  <a:lnTo>
                    <a:pt x="2298" y="239"/>
                  </a:lnTo>
                  <a:lnTo>
                    <a:pt x="2298" y="1"/>
                  </a:lnTo>
                  <a:close/>
                  <a:moveTo>
                    <a:pt x="1893" y="239"/>
                  </a:moveTo>
                  <a:lnTo>
                    <a:pt x="1620" y="394"/>
                  </a:lnTo>
                  <a:lnTo>
                    <a:pt x="1620" y="632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58"/>
                  </a:moveTo>
                  <a:lnTo>
                    <a:pt x="2024" y="513"/>
                  </a:lnTo>
                  <a:lnTo>
                    <a:pt x="2024" y="751"/>
                  </a:lnTo>
                  <a:lnTo>
                    <a:pt x="2298" y="584"/>
                  </a:lnTo>
                  <a:lnTo>
                    <a:pt x="2298" y="358"/>
                  </a:lnTo>
                  <a:close/>
                  <a:moveTo>
                    <a:pt x="1489" y="477"/>
                  </a:moveTo>
                  <a:lnTo>
                    <a:pt x="1215" y="632"/>
                  </a:lnTo>
                  <a:lnTo>
                    <a:pt x="1215" y="870"/>
                  </a:lnTo>
                  <a:lnTo>
                    <a:pt x="1489" y="715"/>
                  </a:lnTo>
                  <a:lnTo>
                    <a:pt x="1489" y="477"/>
                  </a:lnTo>
                  <a:close/>
                  <a:moveTo>
                    <a:pt x="1893" y="584"/>
                  </a:moveTo>
                  <a:lnTo>
                    <a:pt x="1620" y="751"/>
                  </a:lnTo>
                  <a:lnTo>
                    <a:pt x="1620" y="989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108"/>
                  </a:lnTo>
                  <a:lnTo>
                    <a:pt x="1084" y="942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61"/>
                  </a:lnTo>
                  <a:lnTo>
                    <a:pt x="1489" y="822"/>
                  </a:lnTo>
                  <a:close/>
                  <a:moveTo>
                    <a:pt x="679" y="942"/>
                  </a:moveTo>
                  <a:lnTo>
                    <a:pt x="405" y="1096"/>
                  </a:lnTo>
                  <a:lnTo>
                    <a:pt x="405" y="1334"/>
                  </a:lnTo>
                  <a:lnTo>
                    <a:pt x="679" y="1180"/>
                  </a:lnTo>
                  <a:lnTo>
                    <a:pt x="679" y="942"/>
                  </a:lnTo>
                  <a:close/>
                  <a:moveTo>
                    <a:pt x="1084" y="1049"/>
                  </a:moveTo>
                  <a:lnTo>
                    <a:pt x="810" y="1215"/>
                  </a:lnTo>
                  <a:lnTo>
                    <a:pt x="810" y="1453"/>
                  </a:lnTo>
                  <a:lnTo>
                    <a:pt x="1084" y="1287"/>
                  </a:lnTo>
                  <a:lnTo>
                    <a:pt x="1084" y="1049"/>
                  </a:lnTo>
                  <a:close/>
                  <a:moveTo>
                    <a:pt x="274" y="1168"/>
                  </a:moveTo>
                  <a:lnTo>
                    <a:pt x="0" y="1311"/>
                  </a:lnTo>
                  <a:lnTo>
                    <a:pt x="0" y="1549"/>
                  </a:lnTo>
                  <a:lnTo>
                    <a:pt x="274" y="1406"/>
                  </a:lnTo>
                  <a:lnTo>
                    <a:pt x="274" y="1168"/>
                  </a:lnTo>
                  <a:close/>
                  <a:moveTo>
                    <a:pt x="679" y="1287"/>
                  </a:moveTo>
                  <a:lnTo>
                    <a:pt x="405" y="1442"/>
                  </a:lnTo>
                  <a:lnTo>
                    <a:pt x="405" y="1680"/>
                  </a:lnTo>
                  <a:lnTo>
                    <a:pt x="679" y="1525"/>
                  </a:lnTo>
                  <a:lnTo>
                    <a:pt x="679" y="1287"/>
                  </a:lnTo>
                  <a:close/>
                  <a:moveTo>
                    <a:pt x="274" y="1513"/>
                  </a:moveTo>
                  <a:lnTo>
                    <a:pt x="0" y="1680"/>
                  </a:lnTo>
                  <a:lnTo>
                    <a:pt x="0" y="1918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9"/>
            <p:cNvSpPr/>
            <p:nvPr/>
          </p:nvSpPr>
          <p:spPr>
            <a:xfrm>
              <a:off x="2467751" y="2923765"/>
              <a:ext cx="36409" cy="42205"/>
            </a:xfrm>
            <a:custGeom>
              <a:avLst/>
              <a:gdLst/>
              <a:ahLst/>
              <a:cxnLst/>
              <a:rect l="l" t="t" r="r" b="b"/>
              <a:pathLst>
                <a:path w="798" h="925" extrusionOk="0">
                  <a:moveTo>
                    <a:pt x="750" y="1"/>
                  </a:moveTo>
                  <a:cubicBezTo>
                    <a:pt x="739" y="1"/>
                    <a:pt x="727" y="4"/>
                    <a:pt x="715" y="10"/>
                  </a:cubicBezTo>
                  <a:cubicBezTo>
                    <a:pt x="667" y="34"/>
                    <a:pt x="643" y="82"/>
                    <a:pt x="643" y="141"/>
                  </a:cubicBezTo>
                  <a:cubicBezTo>
                    <a:pt x="643" y="178"/>
                    <a:pt x="664" y="193"/>
                    <a:pt x="690" y="193"/>
                  </a:cubicBezTo>
                  <a:cubicBezTo>
                    <a:pt x="698" y="193"/>
                    <a:pt x="706" y="192"/>
                    <a:pt x="715" y="189"/>
                  </a:cubicBezTo>
                  <a:cubicBezTo>
                    <a:pt x="762" y="153"/>
                    <a:pt x="786" y="105"/>
                    <a:pt x="798" y="58"/>
                  </a:cubicBezTo>
                  <a:cubicBezTo>
                    <a:pt x="798" y="23"/>
                    <a:pt x="779" y="1"/>
                    <a:pt x="750" y="1"/>
                  </a:cubicBezTo>
                  <a:close/>
                  <a:moveTo>
                    <a:pt x="433" y="179"/>
                  </a:moveTo>
                  <a:cubicBezTo>
                    <a:pt x="424" y="179"/>
                    <a:pt x="415" y="182"/>
                    <a:pt x="405" y="189"/>
                  </a:cubicBezTo>
                  <a:cubicBezTo>
                    <a:pt x="357" y="224"/>
                    <a:pt x="334" y="272"/>
                    <a:pt x="322" y="320"/>
                  </a:cubicBezTo>
                  <a:cubicBezTo>
                    <a:pt x="322" y="355"/>
                    <a:pt x="341" y="377"/>
                    <a:pt x="370" y="377"/>
                  </a:cubicBezTo>
                  <a:cubicBezTo>
                    <a:pt x="380" y="377"/>
                    <a:pt x="392" y="374"/>
                    <a:pt x="405" y="367"/>
                  </a:cubicBezTo>
                  <a:cubicBezTo>
                    <a:pt x="453" y="344"/>
                    <a:pt x="476" y="284"/>
                    <a:pt x="476" y="236"/>
                  </a:cubicBezTo>
                  <a:cubicBezTo>
                    <a:pt x="476" y="202"/>
                    <a:pt x="457" y="179"/>
                    <a:pt x="433" y="179"/>
                  </a:cubicBezTo>
                  <a:close/>
                  <a:moveTo>
                    <a:pt x="757" y="355"/>
                  </a:moveTo>
                  <a:cubicBezTo>
                    <a:pt x="745" y="355"/>
                    <a:pt x="730" y="359"/>
                    <a:pt x="715" y="367"/>
                  </a:cubicBezTo>
                  <a:cubicBezTo>
                    <a:pt x="667" y="391"/>
                    <a:pt x="643" y="439"/>
                    <a:pt x="643" y="486"/>
                  </a:cubicBezTo>
                  <a:cubicBezTo>
                    <a:pt x="643" y="521"/>
                    <a:pt x="662" y="543"/>
                    <a:pt x="686" y="543"/>
                  </a:cubicBezTo>
                  <a:cubicBezTo>
                    <a:pt x="695" y="543"/>
                    <a:pt x="705" y="540"/>
                    <a:pt x="715" y="534"/>
                  </a:cubicBezTo>
                  <a:cubicBezTo>
                    <a:pt x="762" y="510"/>
                    <a:pt x="786" y="463"/>
                    <a:pt x="798" y="403"/>
                  </a:cubicBezTo>
                  <a:cubicBezTo>
                    <a:pt x="798" y="371"/>
                    <a:pt x="782" y="355"/>
                    <a:pt x="757" y="355"/>
                  </a:cubicBezTo>
                  <a:close/>
                  <a:moveTo>
                    <a:pt x="105" y="370"/>
                  </a:moveTo>
                  <a:cubicBezTo>
                    <a:pt x="95" y="370"/>
                    <a:pt x="84" y="373"/>
                    <a:pt x="72" y="379"/>
                  </a:cubicBezTo>
                  <a:cubicBezTo>
                    <a:pt x="24" y="415"/>
                    <a:pt x="0" y="463"/>
                    <a:pt x="0" y="510"/>
                  </a:cubicBezTo>
                  <a:cubicBezTo>
                    <a:pt x="0" y="545"/>
                    <a:pt x="19" y="567"/>
                    <a:pt x="44" y="567"/>
                  </a:cubicBezTo>
                  <a:cubicBezTo>
                    <a:pt x="52" y="567"/>
                    <a:pt x="62" y="564"/>
                    <a:pt x="72" y="558"/>
                  </a:cubicBezTo>
                  <a:cubicBezTo>
                    <a:pt x="119" y="534"/>
                    <a:pt x="143" y="475"/>
                    <a:pt x="143" y="427"/>
                  </a:cubicBezTo>
                  <a:cubicBezTo>
                    <a:pt x="143" y="392"/>
                    <a:pt x="130" y="370"/>
                    <a:pt x="105" y="370"/>
                  </a:cubicBezTo>
                  <a:close/>
                  <a:moveTo>
                    <a:pt x="433" y="537"/>
                  </a:moveTo>
                  <a:cubicBezTo>
                    <a:pt x="424" y="537"/>
                    <a:pt x="415" y="540"/>
                    <a:pt x="405" y="546"/>
                  </a:cubicBezTo>
                  <a:cubicBezTo>
                    <a:pt x="357" y="570"/>
                    <a:pt x="334" y="617"/>
                    <a:pt x="322" y="677"/>
                  </a:cubicBezTo>
                  <a:cubicBezTo>
                    <a:pt x="322" y="712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5"/>
                  </a:cubicBezTo>
                  <a:cubicBezTo>
                    <a:pt x="453" y="689"/>
                    <a:pt x="476" y="641"/>
                    <a:pt x="476" y="594"/>
                  </a:cubicBezTo>
                  <a:cubicBezTo>
                    <a:pt x="476" y="559"/>
                    <a:pt x="457" y="537"/>
                    <a:pt x="433" y="537"/>
                  </a:cubicBezTo>
                  <a:close/>
                  <a:moveTo>
                    <a:pt x="105" y="727"/>
                  </a:moveTo>
                  <a:cubicBezTo>
                    <a:pt x="95" y="727"/>
                    <a:pt x="84" y="730"/>
                    <a:pt x="72" y="736"/>
                  </a:cubicBezTo>
                  <a:cubicBezTo>
                    <a:pt x="24" y="760"/>
                    <a:pt x="0" y="808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79"/>
                    <a:pt x="143" y="832"/>
                    <a:pt x="143" y="784"/>
                  </a:cubicBezTo>
                  <a:cubicBezTo>
                    <a:pt x="143" y="749"/>
                    <a:pt x="130" y="727"/>
                    <a:pt x="105" y="7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9"/>
            <p:cNvSpPr/>
            <p:nvPr/>
          </p:nvSpPr>
          <p:spPr>
            <a:xfrm>
              <a:off x="2168390" y="2759599"/>
              <a:ext cx="512871" cy="318936"/>
            </a:xfrm>
            <a:custGeom>
              <a:avLst/>
              <a:gdLst/>
              <a:ahLst/>
              <a:cxnLst/>
              <a:rect l="l" t="t" r="r" b="b"/>
              <a:pathLst>
                <a:path w="11241" h="6990" extrusionOk="0">
                  <a:moveTo>
                    <a:pt x="11240" y="501"/>
                  </a:moveTo>
                  <a:lnTo>
                    <a:pt x="10371" y="1"/>
                  </a:lnTo>
                  <a:lnTo>
                    <a:pt x="1" y="5989"/>
                  </a:lnTo>
                  <a:lnTo>
                    <a:pt x="1" y="699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9"/>
            <p:cNvSpPr/>
            <p:nvPr/>
          </p:nvSpPr>
          <p:spPr>
            <a:xfrm>
              <a:off x="2168390" y="2645531"/>
              <a:ext cx="512871" cy="387377"/>
            </a:xfrm>
            <a:custGeom>
              <a:avLst/>
              <a:gdLst/>
              <a:ahLst/>
              <a:cxnLst/>
              <a:rect l="l" t="t" r="r" b="b"/>
              <a:pathLst>
                <a:path w="11241" h="8490" extrusionOk="0">
                  <a:moveTo>
                    <a:pt x="1" y="6489"/>
                  </a:moveTo>
                  <a:lnTo>
                    <a:pt x="1" y="8489"/>
                  </a:lnTo>
                  <a:lnTo>
                    <a:pt x="11240" y="2001"/>
                  </a:lnTo>
                  <a:lnTo>
                    <a:pt x="1124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9"/>
            <p:cNvSpPr/>
            <p:nvPr/>
          </p:nvSpPr>
          <p:spPr>
            <a:xfrm>
              <a:off x="2200466" y="2819918"/>
              <a:ext cx="221646" cy="168959"/>
            </a:xfrm>
            <a:custGeom>
              <a:avLst/>
              <a:gdLst/>
              <a:ahLst/>
              <a:cxnLst/>
              <a:rect l="l" t="t" r="r" b="b"/>
              <a:pathLst>
                <a:path w="4858" h="3703" extrusionOk="0">
                  <a:moveTo>
                    <a:pt x="0" y="2798"/>
                  </a:moveTo>
                  <a:lnTo>
                    <a:pt x="0" y="3703"/>
                  </a:lnTo>
                  <a:lnTo>
                    <a:pt x="4858" y="905"/>
                  </a:lnTo>
                  <a:lnTo>
                    <a:pt x="485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rgbClr val="F587E6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9"/>
            <p:cNvSpPr/>
            <p:nvPr/>
          </p:nvSpPr>
          <p:spPr>
            <a:xfrm>
              <a:off x="2453059" y="2757408"/>
              <a:ext cx="65791" cy="95681"/>
            </a:xfrm>
            <a:custGeom>
              <a:avLst/>
              <a:gdLst/>
              <a:ahLst/>
              <a:cxnLst/>
              <a:rect l="l" t="t" r="r" b="b"/>
              <a:pathLst>
                <a:path w="1442" h="2097" extrusionOk="0">
                  <a:moveTo>
                    <a:pt x="1441" y="1"/>
                  </a:moveTo>
                  <a:lnTo>
                    <a:pt x="1" y="834"/>
                  </a:lnTo>
                  <a:lnTo>
                    <a:pt x="1" y="2096"/>
                  </a:lnTo>
                  <a:lnTo>
                    <a:pt x="1441" y="1263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9"/>
            <p:cNvSpPr/>
            <p:nvPr/>
          </p:nvSpPr>
          <p:spPr>
            <a:xfrm>
              <a:off x="2539979" y="2679204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32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9"/>
            <p:cNvSpPr/>
            <p:nvPr/>
          </p:nvSpPr>
          <p:spPr>
            <a:xfrm>
              <a:off x="2553575" y="2696587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9"/>
                  </a:lnTo>
                  <a:lnTo>
                    <a:pt x="2298" y="0"/>
                  </a:lnTo>
                  <a:close/>
                  <a:moveTo>
                    <a:pt x="1893" y="239"/>
                  </a:moveTo>
                  <a:lnTo>
                    <a:pt x="1620" y="393"/>
                  </a:lnTo>
                  <a:lnTo>
                    <a:pt x="1620" y="631"/>
                  </a:lnTo>
                  <a:lnTo>
                    <a:pt x="1893" y="477"/>
                  </a:lnTo>
                  <a:lnTo>
                    <a:pt x="1893" y="239"/>
                  </a:lnTo>
                  <a:close/>
                  <a:moveTo>
                    <a:pt x="2298" y="346"/>
                  </a:moveTo>
                  <a:lnTo>
                    <a:pt x="2024" y="501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65"/>
                  </a:moveTo>
                  <a:lnTo>
                    <a:pt x="1215" y="620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65"/>
                  </a:lnTo>
                  <a:close/>
                  <a:moveTo>
                    <a:pt x="1893" y="584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22"/>
                  </a:lnTo>
                  <a:lnTo>
                    <a:pt x="1893" y="584"/>
                  </a:lnTo>
                  <a:close/>
                  <a:moveTo>
                    <a:pt x="1084" y="703"/>
                  </a:moveTo>
                  <a:lnTo>
                    <a:pt x="810" y="858"/>
                  </a:lnTo>
                  <a:lnTo>
                    <a:pt x="810" y="1096"/>
                  </a:lnTo>
                  <a:lnTo>
                    <a:pt x="1084" y="941"/>
                  </a:lnTo>
                  <a:lnTo>
                    <a:pt x="1084" y="703"/>
                  </a:lnTo>
                  <a:close/>
                  <a:moveTo>
                    <a:pt x="1489" y="822"/>
                  </a:moveTo>
                  <a:lnTo>
                    <a:pt x="1215" y="977"/>
                  </a:lnTo>
                  <a:lnTo>
                    <a:pt x="1215" y="1215"/>
                  </a:lnTo>
                  <a:lnTo>
                    <a:pt x="1489" y="1048"/>
                  </a:lnTo>
                  <a:lnTo>
                    <a:pt x="1489" y="822"/>
                  </a:lnTo>
                  <a:close/>
                  <a:moveTo>
                    <a:pt x="679" y="929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67"/>
                  </a:lnTo>
                  <a:lnTo>
                    <a:pt x="679" y="929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67"/>
                  </a:moveTo>
                  <a:lnTo>
                    <a:pt x="0" y="1322"/>
                  </a:lnTo>
                  <a:lnTo>
                    <a:pt x="0" y="1560"/>
                  </a:lnTo>
                  <a:lnTo>
                    <a:pt x="274" y="1405"/>
                  </a:lnTo>
                  <a:lnTo>
                    <a:pt x="274" y="1167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3"/>
                  </a:lnTo>
                  <a:lnTo>
                    <a:pt x="679" y="1274"/>
                  </a:lnTo>
                  <a:close/>
                  <a:moveTo>
                    <a:pt x="274" y="1513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9"/>
            <p:cNvSpPr/>
            <p:nvPr/>
          </p:nvSpPr>
          <p:spPr>
            <a:xfrm>
              <a:off x="2467751" y="2786884"/>
              <a:ext cx="36409" cy="42160"/>
            </a:xfrm>
            <a:custGeom>
              <a:avLst/>
              <a:gdLst/>
              <a:ahLst/>
              <a:cxnLst/>
              <a:rect l="l" t="t" r="r" b="b"/>
              <a:pathLst>
                <a:path w="798" h="924" extrusionOk="0">
                  <a:moveTo>
                    <a:pt x="750" y="0"/>
                  </a:moveTo>
                  <a:cubicBezTo>
                    <a:pt x="739" y="0"/>
                    <a:pt x="727" y="3"/>
                    <a:pt x="715" y="10"/>
                  </a:cubicBezTo>
                  <a:cubicBezTo>
                    <a:pt x="667" y="46"/>
                    <a:pt x="643" y="93"/>
                    <a:pt x="643" y="141"/>
                  </a:cubicBezTo>
                  <a:cubicBezTo>
                    <a:pt x="643" y="176"/>
                    <a:pt x="662" y="198"/>
                    <a:pt x="686" y="198"/>
                  </a:cubicBezTo>
                  <a:cubicBezTo>
                    <a:pt x="695" y="198"/>
                    <a:pt x="705" y="195"/>
                    <a:pt x="715" y="188"/>
                  </a:cubicBezTo>
                  <a:cubicBezTo>
                    <a:pt x="762" y="165"/>
                    <a:pt x="786" y="117"/>
                    <a:pt x="798" y="57"/>
                  </a:cubicBezTo>
                  <a:cubicBezTo>
                    <a:pt x="798" y="23"/>
                    <a:pt x="779" y="0"/>
                    <a:pt x="750" y="0"/>
                  </a:cubicBezTo>
                  <a:close/>
                  <a:moveTo>
                    <a:pt x="433" y="191"/>
                  </a:moveTo>
                  <a:cubicBezTo>
                    <a:pt x="424" y="191"/>
                    <a:pt x="415" y="194"/>
                    <a:pt x="405" y="200"/>
                  </a:cubicBezTo>
                  <a:cubicBezTo>
                    <a:pt x="357" y="224"/>
                    <a:pt x="334" y="272"/>
                    <a:pt x="322" y="331"/>
                  </a:cubicBezTo>
                  <a:cubicBezTo>
                    <a:pt x="322" y="363"/>
                    <a:pt x="337" y="379"/>
                    <a:pt x="362" y="379"/>
                  </a:cubicBezTo>
                  <a:cubicBezTo>
                    <a:pt x="375" y="379"/>
                    <a:pt x="389" y="375"/>
                    <a:pt x="405" y="367"/>
                  </a:cubicBezTo>
                  <a:cubicBezTo>
                    <a:pt x="453" y="343"/>
                    <a:pt x="476" y="296"/>
                    <a:pt x="476" y="248"/>
                  </a:cubicBezTo>
                  <a:cubicBezTo>
                    <a:pt x="476" y="213"/>
                    <a:pt x="457" y="191"/>
                    <a:pt x="433" y="191"/>
                  </a:cubicBezTo>
                  <a:close/>
                  <a:moveTo>
                    <a:pt x="750" y="358"/>
                  </a:moveTo>
                  <a:cubicBezTo>
                    <a:pt x="739" y="358"/>
                    <a:pt x="727" y="361"/>
                    <a:pt x="715" y="367"/>
                  </a:cubicBezTo>
                  <a:cubicBezTo>
                    <a:pt x="667" y="391"/>
                    <a:pt x="643" y="450"/>
                    <a:pt x="643" y="498"/>
                  </a:cubicBezTo>
                  <a:cubicBezTo>
                    <a:pt x="643" y="533"/>
                    <a:pt x="662" y="555"/>
                    <a:pt x="686" y="555"/>
                  </a:cubicBezTo>
                  <a:cubicBezTo>
                    <a:pt x="695" y="555"/>
                    <a:pt x="705" y="552"/>
                    <a:pt x="715" y="546"/>
                  </a:cubicBezTo>
                  <a:cubicBezTo>
                    <a:pt x="762" y="510"/>
                    <a:pt x="786" y="462"/>
                    <a:pt x="798" y="415"/>
                  </a:cubicBezTo>
                  <a:cubicBezTo>
                    <a:pt x="798" y="380"/>
                    <a:pt x="779" y="358"/>
                    <a:pt x="750" y="358"/>
                  </a:cubicBezTo>
                  <a:close/>
                  <a:moveTo>
                    <a:pt x="110" y="379"/>
                  </a:moveTo>
                  <a:cubicBezTo>
                    <a:pt x="99" y="379"/>
                    <a:pt x="87" y="383"/>
                    <a:pt x="72" y="391"/>
                  </a:cubicBezTo>
                  <a:cubicBezTo>
                    <a:pt x="24" y="415"/>
                    <a:pt x="0" y="462"/>
                    <a:pt x="0" y="522"/>
                  </a:cubicBezTo>
                  <a:cubicBezTo>
                    <a:pt x="0" y="548"/>
                    <a:pt x="19" y="567"/>
                    <a:pt x="42" y="567"/>
                  </a:cubicBezTo>
                  <a:cubicBezTo>
                    <a:pt x="52" y="567"/>
                    <a:pt x="62" y="564"/>
                    <a:pt x="72" y="557"/>
                  </a:cubicBezTo>
                  <a:cubicBezTo>
                    <a:pt x="119" y="534"/>
                    <a:pt x="143" y="486"/>
                    <a:pt x="143" y="438"/>
                  </a:cubicBezTo>
                  <a:cubicBezTo>
                    <a:pt x="143" y="398"/>
                    <a:pt x="132" y="379"/>
                    <a:pt x="110" y="379"/>
                  </a:cubicBezTo>
                  <a:close/>
                  <a:moveTo>
                    <a:pt x="439" y="546"/>
                  </a:moveTo>
                  <a:cubicBezTo>
                    <a:pt x="429" y="546"/>
                    <a:pt x="417" y="550"/>
                    <a:pt x="405" y="557"/>
                  </a:cubicBezTo>
                  <a:cubicBezTo>
                    <a:pt x="357" y="581"/>
                    <a:pt x="334" y="629"/>
                    <a:pt x="322" y="677"/>
                  </a:cubicBezTo>
                  <a:cubicBezTo>
                    <a:pt x="322" y="711"/>
                    <a:pt x="341" y="734"/>
                    <a:pt x="370" y="734"/>
                  </a:cubicBezTo>
                  <a:cubicBezTo>
                    <a:pt x="380" y="734"/>
                    <a:pt x="392" y="731"/>
                    <a:pt x="405" y="724"/>
                  </a:cubicBezTo>
                  <a:cubicBezTo>
                    <a:pt x="453" y="700"/>
                    <a:pt x="476" y="653"/>
                    <a:pt x="476" y="593"/>
                  </a:cubicBezTo>
                  <a:cubicBezTo>
                    <a:pt x="476" y="561"/>
                    <a:pt x="461" y="546"/>
                    <a:pt x="439" y="546"/>
                  </a:cubicBezTo>
                  <a:close/>
                  <a:moveTo>
                    <a:pt x="111" y="736"/>
                  </a:moveTo>
                  <a:cubicBezTo>
                    <a:pt x="101" y="736"/>
                    <a:pt x="87" y="740"/>
                    <a:pt x="72" y="748"/>
                  </a:cubicBezTo>
                  <a:cubicBezTo>
                    <a:pt x="24" y="772"/>
                    <a:pt x="0" y="819"/>
                    <a:pt x="0" y="867"/>
                  </a:cubicBezTo>
                  <a:cubicBezTo>
                    <a:pt x="0" y="902"/>
                    <a:pt x="19" y="924"/>
                    <a:pt x="44" y="924"/>
                  </a:cubicBezTo>
                  <a:cubicBezTo>
                    <a:pt x="52" y="924"/>
                    <a:pt x="62" y="921"/>
                    <a:pt x="72" y="915"/>
                  </a:cubicBezTo>
                  <a:cubicBezTo>
                    <a:pt x="119" y="891"/>
                    <a:pt x="143" y="843"/>
                    <a:pt x="143" y="784"/>
                  </a:cubicBezTo>
                  <a:cubicBezTo>
                    <a:pt x="143" y="752"/>
                    <a:pt x="132" y="736"/>
                    <a:pt x="111" y="73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9"/>
            <p:cNvSpPr/>
            <p:nvPr/>
          </p:nvSpPr>
          <p:spPr>
            <a:xfrm>
              <a:off x="2168390" y="2623265"/>
              <a:ext cx="512871" cy="318389"/>
            </a:xfrm>
            <a:custGeom>
              <a:avLst/>
              <a:gdLst/>
              <a:ahLst/>
              <a:cxnLst/>
              <a:rect l="l" t="t" r="r" b="b"/>
              <a:pathLst>
                <a:path w="11241" h="6978" extrusionOk="0">
                  <a:moveTo>
                    <a:pt x="11240" y="488"/>
                  </a:moveTo>
                  <a:lnTo>
                    <a:pt x="10371" y="0"/>
                  </a:lnTo>
                  <a:lnTo>
                    <a:pt x="1" y="5989"/>
                  </a:lnTo>
                  <a:lnTo>
                    <a:pt x="1" y="697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9"/>
            <p:cNvSpPr/>
            <p:nvPr/>
          </p:nvSpPr>
          <p:spPr>
            <a:xfrm>
              <a:off x="1576240" y="1917048"/>
              <a:ext cx="144038" cy="1465190"/>
            </a:xfrm>
            <a:custGeom>
              <a:avLst/>
              <a:gdLst/>
              <a:ahLst/>
              <a:cxnLst/>
              <a:rect l="l" t="t" r="r" b="b"/>
              <a:pathLst>
                <a:path w="3157" h="32112" extrusionOk="0">
                  <a:moveTo>
                    <a:pt x="1" y="0"/>
                  </a:moveTo>
                  <a:lnTo>
                    <a:pt x="561" y="321"/>
                  </a:lnTo>
                  <a:lnTo>
                    <a:pt x="561" y="3322"/>
                  </a:lnTo>
                  <a:lnTo>
                    <a:pt x="1" y="3000"/>
                  </a:lnTo>
                  <a:close/>
                  <a:moveTo>
                    <a:pt x="870" y="3489"/>
                  </a:moveTo>
                  <a:lnTo>
                    <a:pt x="1430" y="3810"/>
                  </a:lnTo>
                  <a:lnTo>
                    <a:pt x="1430" y="810"/>
                  </a:lnTo>
                  <a:lnTo>
                    <a:pt x="870" y="500"/>
                  </a:lnTo>
                  <a:close/>
                  <a:moveTo>
                    <a:pt x="1739" y="3989"/>
                  </a:moveTo>
                  <a:lnTo>
                    <a:pt x="2287" y="4310"/>
                  </a:lnTo>
                  <a:lnTo>
                    <a:pt x="2287" y="1322"/>
                  </a:lnTo>
                  <a:lnTo>
                    <a:pt x="1739" y="1000"/>
                  </a:lnTo>
                  <a:close/>
                  <a:moveTo>
                    <a:pt x="2597" y="4489"/>
                  </a:moveTo>
                  <a:lnTo>
                    <a:pt x="3156" y="4810"/>
                  </a:lnTo>
                  <a:lnTo>
                    <a:pt x="3156" y="1810"/>
                  </a:lnTo>
                  <a:lnTo>
                    <a:pt x="2597" y="1500"/>
                  </a:lnTo>
                  <a:close/>
                  <a:moveTo>
                    <a:pt x="1" y="6310"/>
                  </a:moveTo>
                  <a:lnTo>
                    <a:pt x="561" y="6620"/>
                  </a:lnTo>
                  <a:lnTo>
                    <a:pt x="561" y="3631"/>
                  </a:lnTo>
                  <a:lnTo>
                    <a:pt x="1" y="3310"/>
                  </a:lnTo>
                  <a:close/>
                  <a:moveTo>
                    <a:pt x="870" y="6810"/>
                  </a:moveTo>
                  <a:lnTo>
                    <a:pt x="1430" y="7120"/>
                  </a:lnTo>
                  <a:lnTo>
                    <a:pt x="1430" y="4131"/>
                  </a:lnTo>
                  <a:lnTo>
                    <a:pt x="870" y="3810"/>
                  </a:lnTo>
                  <a:close/>
                  <a:moveTo>
                    <a:pt x="1727" y="7310"/>
                  </a:moveTo>
                  <a:lnTo>
                    <a:pt x="2287" y="7620"/>
                  </a:lnTo>
                  <a:lnTo>
                    <a:pt x="2287" y="4632"/>
                  </a:lnTo>
                  <a:lnTo>
                    <a:pt x="1727" y="4310"/>
                  </a:lnTo>
                  <a:close/>
                  <a:moveTo>
                    <a:pt x="2597" y="7811"/>
                  </a:moveTo>
                  <a:lnTo>
                    <a:pt x="3156" y="8120"/>
                  </a:lnTo>
                  <a:lnTo>
                    <a:pt x="3156" y="5132"/>
                  </a:lnTo>
                  <a:lnTo>
                    <a:pt x="2608" y="4810"/>
                  </a:lnTo>
                  <a:close/>
                  <a:moveTo>
                    <a:pt x="1" y="9620"/>
                  </a:moveTo>
                  <a:lnTo>
                    <a:pt x="561" y="9942"/>
                  </a:lnTo>
                  <a:lnTo>
                    <a:pt x="561" y="6941"/>
                  </a:lnTo>
                  <a:lnTo>
                    <a:pt x="1" y="6620"/>
                  </a:lnTo>
                  <a:close/>
                  <a:moveTo>
                    <a:pt x="870" y="10120"/>
                  </a:moveTo>
                  <a:lnTo>
                    <a:pt x="1430" y="10442"/>
                  </a:lnTo>
                  <a:lnTo>
                    <a:pt x="1430" y="7441"/>
                  </a:lnTo>
                  <a:lnTo>
                    <a:pt x="870" y="7120"/>
                  </a:lnTo>
                  <a:close/>
                  <a:moveTo>
                    <a:pt x="1727" y="10620"/>
                  </a:moveTo>
                  <a:lnTo>
                    <a:pt x="2287" y="10942"/>
                  </a:lnTo>
                  <a:lnTo>
                    <a:pt x="2287" y="7941"/>
                  </a:lnTo>
                  <a:lnTo>
                    <a:pt x="1727" y="7620"/>
                  </a:lnTo>
                  <a:close/>
                  <a:moveTo>
                    <a:pt x="2597" y="11120"/>
                  </a:moveTo>
                  <a:lnTo>
                    <a:pt x="3156" y="11430"/>
                  </a:lnTo>
                  <a:lnTo>
                    <a:pt x="3156" y="8442"/>
                  </a:lnTo>
                  <a:lnTo>
                    <a:pt x="2608" y="8120"/>
                  </a:lnTo>
                  <a:close/>
                  <a:moveTo>
                    <a:pt x="1" y="23670"/>
                  </a:moveTo>
                  <a:lnTo>
                    <a:pt x="561" y="23991"/>
                  </a:lnTo>
                  <a:lnTo>
                    <a:pt x="561" y="20991"/>
                  </a:lnTo>
                  <a:lnTo>
                    <a:pt x="1" y="20669"/>
                  </a:lnTo>
                  <a:close/>
                  <a:moveTo>
                    <a:pt x="870" y="24170"/>
                  </a:moveTo>
                  <a:lnTo>
                    <a:pt x="1430" y="24491"/>
                  </a:lnTo>
                  <a:lnTo>
                    <a:pt x="1430" y="21491"/>
                  </a:lnTo>
                  <a:lnTo>
                    <a:pt x="870" y="21169"/>
                  </a:lnTo>
                  <a:close/>
                  <a:moveTo>
                    <a:pt x="1727" y="24670"/>
                  </a:moveTo>
                  <a:lnTo>
                    <a:pt x="2287" y="24991"/>
                  </a:lnTo>
                  <a:lnTo>
                    <a:pt x="2287" y="21991"/>
                  </a:lnTo>
                  <a:lnTo>
                    <a:pt x="1727" y="21669"/>
                  </a:lnTo>
                  <a:close/>
                  <a:moveTo>
                    <a:pt x="2597" y="25170"/>
                  </a:moveTo>
                  <a:lnTo>
                    <a:pt x="3156" y="25491"/>
                  </a:lnTo>
                  <a:lnTo>
                    <a:pt x="3156" y="22491"/>
                  </a:lnTo>
                  <a:lnTo>
                    <a:pt x="2608" y="22169"/>
                  </a:lnTo>
                  <a:close/>
                  <a:moveTo>
                    <a:pt x="1" y="26980"/>
                  </a:moveTo>
                  <a:lnTo>
                    <a:pt x="561" y="27301"/>
                  </a:lnTo>
                  <a:lnTo>
                    <a:pt x="561" y="24301"/>
                  </a:lnTo>
                  <a:lnTo>
                    <a:pt x="1" y="23979"/>
                  </a:lnTo>
                  <a:close/>
                  <a:moveTo>
                    <a:pt x="870" y="27480"/>
                  </a:moveTo>
                  <a:lnTo>
                    <a:pt x="1430" y="27801"/>
                  </a:lnTo>
                  <a:lnTo>
                    <a:pt x="1430" y="24801"/>
                  </a:lnTo>
                  <a:lnTo>
                    <a:pt x="870" y="24491"/>
                  </a:lnTo>
                  <a:close/>
                  <a:moveTo>
                    <a:pt x="1739" y="27980"/>
                  </a:moveTo>
                  <a:lnTo>
                    <a:pt x="2287" y="28301"/>
                  </a:lnTo>
                  <a:lnTo>
                    <a:pt x="2287" y="25301"/>
                  </a:lnTo>
                  <a:lnTo>
                    <a:pt x="1739" y="24991"/>
                  </a:lnTo>
                  <a:close/>
                  <a:moveTo>
                    <a:pt x="2597" y="28480"/>
                  </a:moveTo>
                  <a:lnTo>
                    <a:pt x="3156" y="28801"/>
                  </a:lnTo>
                  <a:lnTo>
                    <a:pt x="3156" y="25801"/>
                  </a:lnTo>
                  <a:lnTo>
                    <a:pt x="2608" y="25491"/>
                  </a:lnTo>
                  <a:close/>
                  <a:moveTo>
                    <a:pt x="1" y="30289"/>
                  </a:moveTo>
                  <a:lnTo>
                    <a:pt x="561" y="30611"/>
                  </a:lnTo>
                  <a:lnTo>
                    <a:pt x="561" y="27622"/>
                  </a:lnTo>
                  <a:lnTo>
                    <a:pt x="1" y="27301"/>
                  </a:lnTo>
                  <a:close/>
                  <a:moveTo>
                    <a:pt x="870" y="30790"/>
                  </a:moveTo>
                  <a:lnTo>
                    <a:pt x="1430" y="31111"/>
                  </a:lnTo>
                  <a:lnTo>
                    <a:pt x="1430" y="28123"/>
                  </a:lnTo>
                  <a:lnTo>
                    <a:pt x="870" y="27801"/>
                  </a:lnTo>
                  <a:close/>
                  <a:moveTo>
                    <a:pt x="1727" y="31290"/>
                  </a:moveTo>
                  <a:lnTo>
                    <a:pt x="2287" y="31611"/>
                  </a:lnTo>
                  <a:lnTo>
                    <a:pt x="2287" y="28623"/>
                  </a:lnTo>
                  <a:lnTo>
                    <a:pt x="1727" y="28301"/>
                  </a:lnTo>
                  <a:close/>
                  <a:moveTo>
                    <a:pt x="2597" y="31790"/>
                  </a:moveTo>
                  <a:lnTo>
                    <a:pt x="3156" y="32111"/>
                  </a:lnTo>
                  <a:lnTo>
                    <a:pt x="3156" y="29111"/>
                  </a:lnTo>
                  <a:lnTo>
                    <a:pt x="2597" y="288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9"/>
            <p:cNvSpPr/>
            <p:nvPr/>
          </p:nvSpPr>
          <p:spPr>
            <a:xfrm>
              <a:off x="2681241" y="1803482"/>
              <a:ext cx="39146" cy="1502696"/>
            </a:xfrm>
            <a:custGeom>
              <a:avLst/>
              <a:gdLst/>
              <a:ahLst/>
              <a:cxnLst/>
              <a:rect l="l" t="t" r="r" b="b"/>
              <a:pathLst>
                <a:path w="858" h="32934" extrusionOk="0">
                  <a:moveTo>
                    <a:pt x="858" y="32933"/>
                  </a:moveTo>
                  <a:lnTo>
                    <a:pt x="0" y="32433"/>
                  </a:lnTo>
                  <a:lnTo>
                    <a:pt x="0" y="489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9"/>
            <p:cNvSpPr/>
            <p:nvPr/>
          </p:nvSpPr>
          <p:spPr>
            <a:xfrm>
              <a:off x="2168390" y="3283307"/>
              <a:ext cx="551971" cy="341750"/>
            </a:xfrm>
            <a:custGeom>
              <a:avLst/>
              <a:gdLst/>
              <a:ahLst/>
              <a:cxnLst/>
              <a:rect l="l" t="t" r="r" b="b"/>
              <a:pathLst>
                <a:path w="12098" h="7490" extrusionOk="0">
                  <a:moveTo>
                    <a:pt x="1" y="7489"/>
                  </a:moveTo>
                  <a:lnTo>
                    <a:pt x="1" y="6489"/>
                  </a:lnTo>
                  <a:lnTo>
                    <a:pt x="11240" y="0"/>
                  </a:lnTo>
                  <a:lnTo>
                    <a:pt x="12098" y="50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9"/>
            <p:cNvSpPr/>
            <p:nvPr/>
          </p:nvSpPr>
          <p:spPr>
            <a:xfrm>
              <a:off x="2168390" y="3333816"/>
              <a:ext cx="551971" cy="427028"/>
            </a:xfrm>
            <a:custGeom>
              <a:avLst/>
              <a:gdLst/>
              <a:ahLst/>
              <a:cxnLst/>
              <a:rect l="l" t="t" r="r" b="b"/>
              <a:pathLst>
                <a:path w="12098" h="9359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2370"/>
                  </a:lnTo>
                  <a:lnTo>
                    <a:pt x="1" y="9359"/>
                  </a:lnTo>
                  <a:close/>
                </a:path>
              </a:pathLst>
            </a:custGeom>
            <a:solidFill>
              <a:srgbClr val="3519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9"/>
            <p:cNvSpPr/>
            <p:nvPr/>
          </p:nvSpPr>
          <p:spPr>
            <a:xfrm>
              <a:off x="2168390" y="3306120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9"/>
            <p:cNvSpPr/>
            <p:nvPr/>
          </p:nvSpPr>
          <p:spPr>
            <a:xfrm>
              <a:off x="2168390" y="3403352"/>
              <a:ext cx="551971" cy="357491"/>
            </a:xfrm>
            <a:custGeom>
              <a:avLst/>
              <a:gdLst/>
              <a:ahLst/>
              <a:cxnLst/>
              <a:rect l="l" t="t" r="r" b="b"/>
              <a:pathLst>
                <a:path w="12098" h="7835" extrusionOk="0">
                  <a:moveTo>
                    <a:pt x="1" y="6989"/>
                  </a:moveTo>
                  <a:lnTo>
                    <a:pt x="12098" y="0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9"/>
            <p:cNvSpPr/>
            <p:nvPr/>
          </p:nvSpPr>
          <p:spPr>
            <a:xfrm>
              <a:off x="2168390" y="3354987"/>
              <a:ext cx="551971" cy="357537"/>
            </a:xfrm>
            <a:custGeom>
              <a:avLst/>
              <a:gdLst/>
              <a:ahLst/>
              <a:cxnLst/>
              <a:rect l="l" t="t" r="r" b="b"/>
              <a:pathLst>
                <a:path w="12098" h="7836" extrusionOk="0">
                  <a:moveTo>
                    <a:pt x="1" y="6978"/>
                  </a:moveTo>
                  <a:lnTo>
                    <a:pt x="12098" y="1"/>
                  </a:lnTo>
                  <a:lnTo>
                    <a:pt x="12098" y="846"/>
                  </a:lnTo>
                  <a:lnTo>
                    <a:pt x="1" y="783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9"/>
            <p:cNvSpPr/>
            <p:nvPr/>
          </p:nvSpPr>
          <p:spPr>
            <a:xfrm>
              <a:off x="2143432" y="2797104"/>
              <a:ext cx="34264" cy="110829"/>
            </a:xfrm>
            <a:custGeom>
              <a:avLst/>
              <a:gdLst/>
              <a:ahLst/>
              <a:cxnLst/>
              <a:rect l="l" t="t" r="r" b="b"/>
              <a:pathLst>
                <a:path w="751" h="2429" extrusionOk="0">
                  <a:moveTo>
                    <a:pt x="524" y="2429"/>
                  </a:moveTo>
                  <a:cubicBezTo>
                    <a:pt x="476" y="2417"/>
                    <a:pt x="441" y="2417"/>
                    <a:pt x="405" y="2393"/>
                  </a:cubicBezTo>
                  <a:lnTo>
                    <a:pt x="107" y="2227"/>
                  </a:lnTo>
                  <a:cubicBezTo>
                    <a:pt x="60" y="2191"/>
                    <a:pt x="48" y="2131"/>
                    <a:pt x="72" y="2096"/>
                  </a:cubicBezTo>
                  <a:cubicBezTo>
                    <a:pt x="95" y="2048"/>
                    <a:pt x="155" y="2024"/>
                    <a:pt x="203" y="2060"/>
                  </a:cubicBezTo>
                  <a:lnTo>
                    <a:pt x="500" y="2227"/>
                  </a:lnTo>
                  <a:cubicBezTo>
                    <a:pt x="512" y="2238"/>
                    <a:pt x="536" y="2238"/>
                    <a:pt x="548" y="2227"/>
                  </a:cubicBezTo>
                  <a:cubicBezTo>
                    <a:pt x="560" y="2215"/>
                    <a:pt x="560" y="2203"/>
                    <a:pt x="560" y="2191"/>
                  </a:cubicBezTo>
                  <a:lnTo>
                    <a:pt x="560" y="619"/>
                  </a:lnTo>
                  <a:cubicBezTo>
                    <a:pt x="560" y="536"/>
                    <a:pt x="524" y="464"/>
                    <a:pt x="453" y="417"/>
                  </a:cubicBezTo>
                  <a:lnTo>
                    <a:pt x="107" y="226"/>
                  </a:lnTo>
                  <a:cubicBezTo>
                    <a:pt x="0" y="155"/>
                    <a:pt x="95" y="0"/>
                    <a:pt x="203" y="60"/>
                  </a:cubicBezTo>
                  <a:lnTo>
                    <a:pt x="548" y="250"/>
                  </a:lnTo>
                  <a:cubicBezTo>
                    <a:pt x="679" y="333"/>
                    <a:pt x="750" y="464"/>
                    <a:pt x="750" y="619"/>
                  </a:cubicBezTo>
                  <a:lnTo>
                    <a:pt x="750" y="2191"/>
                  </a:lnTo>
                  <a:cubicBezTo>
                    <a:pt x="750" y="2262"/>
                    <a:pt x="714" y="2346"/>
                    <a:pt x="643" y="2381"/>
                  </a:cubicBezTo>
                  <a:cubicBezTo>
                    <a:pt x="607" y="2405"/>
                    <a:pt x="560" y="2417"/>
                    <a:pt x="524" y="242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9"/>
            <p:cNvSpPr/>
            <p:nvPr/>
          </p:nvSpPr>
          <p:spPr>
            <a:xfrm>
              <a:off x="1676756" y="1474282"/>
              <a:ext cx="903968" cy="521568"/>
            </a:xfrm>
            <a:custGeom>
              <a:avLst/>
              <a:gdLst/>
              <a:ahLst/>
              <a:cxnLst/>
              <a:rect l="l" t="t" r="r" b="b"/>
              <a:pathLst>
                <a:path w="19813" h="11431" extrusionOk="0">
                  <a:moveTo>
                    <a:pt x="9895" y="286"/>
                  </a:moveTo>
                  <a:lnTo>
                    <a:pt x="19301" y="5715"/>
                  </a:lnTo>
                  <a:lnTo>
                    <a:pt x="9907" y="11145"/>
                  </a:lnTo>
                  <a:lnTo>
                    <a:pt x="501" y="5715"/>
                  </a:lnTo>
                  <a:lnTo>
                    <a:pt x="9895" y="286"/>
                  </a:lnTo>
                  <a:close/>
                  <a:moveTo>
                    <a:pt x="9907" y="0"/>
                  </a:moveTo>
                  <a:lnTo>
                    <a:pt x="1" y="5715"/>
                  </a:lnTo>
                  <a:lnTo>
                    <a:pt x="9907" y="11430"/>
                  </a:lnTo>
                  <a:lnTo>
                    <a:pt x="19813" y="5715"/>
                  </a:lnTo>
                  <a:lnTo>
                    <a:pt x="9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9"/>
            <p:cNvSpPr/>
            <p:nvPr/>
          </p:nvSpPr>
          <p:spPr>
            <a:xfrm>
              <a:off x="2086352" y="2071313"/>
              <a:ext cx="6022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1" y="0"/>
                  </a:moveTo>
                  <a:lnTo>
                    <a:pt x="1" y="37076"/>
                  </a:lnTo>
                  <a:lnTo>
                    <a:pt x="132" y="37160"/>
                  </a:lnTo>
                  <a:lnTo>
                    <a:pt x="132" y="119"/>
                  </a:lnTo>
                  <a:lnTo>
                    <a:pt x="120" y="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9"/>
            <p:cNvSpPr/>
            <p:nvPr/>
          </p:nvSpPr>
          <p:spPr>
            <a:xfrm>
              <a:off x="1533898" y="1752425"/>
              <a:ext cx="6023" cy="1695518"/>
            </a:xfrm>
            <a:custGeom>
              <a:avLst/>
              <a:gdLst/>
              <a:ahLst/>
              <a:cxnLst/>
              <a:rect l="l" t="t" r="r" b="b"/>
              <a:pathLst>
                <a:path w="132" h="37160" extrusionOk="0">
                  <a:moveTo>
                    <a:pt x="0" y="0"/>
                  </a:moveTo>
                  <a:lnTo>
                    <a:pt x="0" y="37076"/>
                  </a:lnTo>
                  <a:lnTo>
                    <a:pt x="131" y="37160"/>
                  </a:lnTo>
                  <a:lnTo>
                    <a:pt x="131" y="119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9"/>
            <p:cNvSpPr/>
            <p:nvPr/>
          </p:nvSpPr>
          <p:spPr>
            <a:xfrm>
              <a:off x="2539979" y="1857847"/>
              <a:ext cx="128799" cy="118997"/>
            </a:xfrm>
            <a:custGeom>
              <a:avLst/>
              <a:gdLst/>
              <a:ahLst/>
              <a:cxnLst/>
              <a:rect l="l" t="t" r="r" b="b"/>
              <a:pathLst>
                <a:path w="2823" h="2608" extrusionOk="0">
                  <a:moveTo>
                    <a:pt x="1" y="1620"/>
                  </a:moveTo>
                  <a:lnTo>
                    <a:pt x="1" y="2608"/>
                  </a:lnTo>
                  <a:lnTo>
                    <a:pt x="2822" y="977"/>
                  </a:lnTo>
                  <a:lnTo>
                    <a:pt x="2822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9"/>
            <p:cNvSpPr/>
            <p:nvPr/>
          </p:nvSpPr>
          <p:spPr>
            <a:xfrm>
              <a:off x="2553575" y="1875231"/>
              <a:ext cx="104892" cy="86966"/>
            </a:xfrm>
            <a:custGeom>
              <a:avLst/>
              <a:gdLst/>
              <a:ahLst/>
              <a:cxnLst/>
              <a:rect l="l" t="t" r="r" b="b"/>
              <a:pathLst>
                <a:path w="2299" h="1906" extrusionOk="0">
                  <a:moveTo>
                    <a:pt x="2298" y="0"/>
                  </a:moveTo>
                  <a:lnTo>
                    <a:pt x="2024" y="155"/>
                  </a:lnTo>
                  <a:lnTo>
                    <a:pt x="2024" y="393"/>
                  </a:lnTo>
                  <a:lnTo>
                    <a:pt x="2298" y="238"/>
                  </a:lnTo>
                  <a:lnTo>
                    <a:pt x="2298" y="0"/>
                  </a:lnTo>
                  <a:close/>
                  <a:moveTo>
                    <a:pt x="1893" y="238"/>
                  </a:moveTo>
                  <a:lnTo>
                    <a:pt x="1620" y="381"/>
                  </a:lnTo>
                  <a:lnTo>
                    <a:pt x="1620" y="619"/>
                  </a:lnTo>
                  <a:lnTo>
                    <a:pt x="1893" y="477"/>
                  </a:lnTo>
                  <a:lnTo>
                    <a:pt x="1893" y="238"/>
                  </a:lnTo>
                  <a:close/>
                  <a:moveTo>
                    <a:pt x="2298" y="346"/>
                  </a:moveTo>
                  <a:lnTo>
                    <a:pt x="2024" y="500"/>
                  </a:lnTo>
                  <a:lnTo>
                    <a:pt x="2024" y="739"/>
                  </a:lnTo>
                  <a:lnTo>
                    <a:pt x="2298" y="584"/>
                  </a:lnTo>
                  <a:lnTo>
                    <a:pt x="2298" y="346"/>
                  </a:lnTo>
                  <a:close/>
                  <a:moveTo>
                    <a:pt x="1489" y="453"/>
                  </a:moveTo>
                  <a:lnTo>
                    <a:pt x="1215" y="619"/>
                  </a:lnTo>
                  <a:lnTo>
                    <a:pt x="1215" y="858"/>
                  </a:lnTo>
                  <a:lnTo>
                    <a:pt x="1489" y="703"/>
                  </a:lnTo>
                  <a:lnTo>
                    <a:pt x="1489" y="453"/>
                  </a:lnTo>
                  <a:close/>
                  <a:moveTo>
                    <a:pt x="1893" y="596"/>
                  </a:moveTo>
                  <a:lnTo>
                    <a:pt x="1620" y="739"/>
                  </a:lnTo>
                  <a:lnTo>
                    <a:pt x="1620" y="977"/>
                  </a:lnTo>
                  <a:lnTo>
                    <a:pt x="1893" y="834"/>
                  </a:lnTo>
                  <a:lnTo>
                    <a:pt x="1893" y="596"/>
                  </a:lnTo>
                  <a:close/>
                  <a:moveTo>
                    <a:pt x="1084" y="691"/>
                  </a:moveTo>
                  <a:lnTo>
                    <a:pt x="810" y="846"/>
                  </a:lnTo>
                  <a:lnTo>
                    <a:pt x="810" y="1084"/>
                  </a:lnTo>
                  <a:lnTo>
                    <a:pt x="1084" y="929"/>
                  </a:lnTo>
                  <a:lnTo>
                    <a:pt x="1084" y="691"/>
                  </a:lnTo>
                  <a:close/>
                  <a:moveTo>
                    <a:pt x="1489" y="798"/>
                  </a:moveTo>
                  <a:lnTo>
                    <a:pt x="1215" y="977"/>
                  </a:lnTo>
                  <a:lnTo>
                    <a:pt x="1215" y="1203"/>
                  </a:lnTo>
                  <a:lnTo>
                    <a:pt x="1489" y="1036"/>
                  </a:lnTo>
                  <a:lnTo>
                    <a:pt x="1489" y="798"/>
                  </a:lnTo>
                  <a:close/>
                  <a:moveTo>
                    <a:pt x="679" y="917"/>
                  </a:moveTo>
                  <a:lnTo>
                    <a:pt x="405" y="1084"/>
                  </a:lnTo>
                  <a:lnTo>
                    <a:pt x="405" y="1322"/>
                  </a:lnTo>
                  <a:lnTo>
                    <a:pt x="679" y="1155"/>
                  </a:lnTo>
                  <a:lnTo>
                    <a:pt x="679" y="917"/>
                  </a:lnTo>
                  <a:close/>
                  <a:moveTo>
                    <a:pt x="1084" y="1048"/>
                  </a:moveTo>
                  <a:lnTo>
                    <a:pt x="810" y="1203"/>
                  </a:lnTo>
                  <a:lnTo>
                    <a:pt x="810" y="1441"/>
                  </a:lnTo>
                  <a:lnTo>
                    <a:pt x="1084" y="1286"/>
                  </a:lnTo>
                  <a:lnTo>
                    <a:pt x="1084" y="1048"/>
                  </a:lnTo>
                  <a:close/>
                  <a:moveTo>
                    <a:pt x="274" y="1155"/>
                  </a:moveTo>
                  <a:lnTo>
                    <a:pt x="0" y="1310"/>
                  </a:lnTo>
                  <a:lnTo>
                    <a:pt x="0" y="1548"/>
                  </a:lnTo>
                  <a:lnTo>
                    <a:pt x="274" y="1393"/>
                  </a:lnTo>
                  <a:lnTo>
                    <a:pt x="274" y="1155"/>
                  </a:lnTo>
                  <a:close/>
                  <a:moveTo>
                    <a:pt x="679" y="1274"/>
                  </a:moveTo>
                  <a:lnTo>
                    <a:pt x="405" y="1441"/>
                  </a:lnTo>
                  <a:lnTo>
                    <a:pt x="405" y="1679"/>
                  </a:lnTo>
                  <a:lnTo>
                    <a:pt x="679" y="1512"/>
                  </a:lnTo>
                  <a:lnTo>
                    <a:pt x="679" y="1274"/>
                  </a:lnTo>
                  <a:close/>
                  <a:moveTo>
                    <a:pt x="274" y="1512"/>
                  </a:moveTo>
                  <a:lnTo>
                    <a:pt x="0" y="1667"/>
                  </a:lnTo>
                  <a:lnTo>
                    <a:pt x="0" y="1905"/>
                  </a:lnTo>
                  <a:lnTo>
                    <a:pt x="274" y="1751"/>
                  </a:lnTo>
                  <a:lnTo>
                    <a:pt x="274" y="15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6" name="Google Shape;3746;p39"/>
          <p:cNvGrpSpPr/>
          <p:nvPr/>
        </p:nvGrpSpPr>
        <p:grpSpPr>
          <a:xfrm>
            <a:off x="8237683" y="1103910"/>
            <a:ext cx="307231" cy="348690"/>
            <a:chOff x="2423775" y="3226875"/>
            <a:chExt cx="259925" cy="295000"/>
          </a:xfrm>
        </p:grpSpPr>
        <p:sp>
          <p:nvSpPr>
            <p:cNvPr id="3747" name="Google Shape;3747;p39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9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9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0" name="Google Shape;3750;p39"/>
          <p:cNvGrpSpPr/>
          <p:nvPr/>
        </p:nvGrpSpPr>
        <p:grpSpPr>
          <a:xfrm>
            <a:off x="593028" y="1103688"/>
            <a:ext cx="319347" cy="349133"/>
            <a:chOff x="1687350" y="3618725"/>
            <a:chExt cx="270175" cy="295375"/>
          </a:xfrm>
        </p:grpSpPr>
        <p:sp>
          <p:nvSpPr>
            <p:cNvPr id="3751" name="Google Shape;3751;p39"/>
            <p:cNvSpPr/>
            <p:nvPr/>
          </p:nvSpPr>
          <p:spPr>
            <a:xfrm>
              <a:off x="1829900" y="3808550"/>
              <a:ext cx="18150" cy="35450"/>
            </a:xfrm>
            <a:custGeom>
              <a:avLst/>
              <a:gdLst/>
              <a:ahLst/>
              <a:cxnLst/>
              <a:rect l="l" t="t" r="r" b="b"/>
              <a:pathLst>
                <a:path w="726" h="1418" extrusionOk="0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9"/>
            <p:cNvSpPr/>
            <p:nvPr/>
          </p:nvSpPr>
          <p:spPr>
            <a:xfrm>
              <a:off x="1795250" y="375577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9"/>
            <p:cNvSpPr/>
            <p:nvPr/>
          </p:nvSpPr>
          <p:spPr>
            <a:xfrm>
              <a:off x="1687350" y="3618725"/>
              <a:ext cx="270175" cy="295375"/>
            </a:xfrm>
            <a:custGeom>
              <a:avLst/>
              <a:gdLst/>
              <a:ahLst/>
              <a:cxnLst/>
              <a:rect l="l" t="t" r="r" b="b"/>
              <a:pathLst>
                <a:path w="10807" h="11815" extrusionOk="0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4" name="Google Shape;3754;p39"/>
          <p:cNvGrpSpPr/>
          <p:nvPr/>
        </p:nvGrpSpPr>
        <p:grpSpPr>
          <a:xfrm>
            <a:off x="577189" y="2843609"/>
            <a:ext cx="351024" cy="350079"/>
            <a:chOff x="3859600" y="3591950"/>
            <a:chExt cx="296975" cy="296175"/>
          </a:xfrm>
        </p:grpSpPr>
        <p:sp>
          <p:nvSpPr>
            <p:cNvPr id="3755" name="Google Shape;3755;p39"/>
            <p:cNvSpPr/>
            <p:nvPr/>
          </p:nvSpPr>
          <p:spPr>
            <a:xfrm>
              <a:off x="4034450" y="3766000"/>
              <a:ext cx="122125" cy="122125"/>
            </a:xfrm>
            <a:custGeom>
              <a:avLst/>
              <a:gdLst/>
              <a:ahLst/>
              <a:cxnLst/>
              <a:rect l="l" t="t" r="r" b="b"/>
              <a:pathLst>
                <a:path w="4885" h="4885" extrusionOk="0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9"/>
            <p:cNvSpPr/>
            <p:nvPr/>
          </p:nvSpPr>
          <p:spPr>
            <a:xfrm>
              <a:off x="3860400" y="3679375"/>
              <a:ext cx="260725" cy="173300"/>
            </a:xfrm>
            <a:custGeom>
              <a:avLst/>
              <a:gdLst/>
              <a:ahLst/>
              <a:cxnLst/>
              <a:rect l="l" t="t" r="r" b="b"/>
              <a:pathLst>
                <a:path w="10429" h="6932" extrusionOk="0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9"/>
            <p:cNvSpPr/>
            <p:nvPr/>
          </p:nvSpPr>
          <p:spPr>
            <a:xfrm>
              <a:off x="3859600" y="3591950"/>
              <a:ext cx="261525" cy="70900"/>
            </a:xfrm>
            <a:custGeom>
              <a:avLst/>
              <a:gdLst/>
              <a:ahLst/>
              <a:cxnLst/>
              <a:rect l="l" t="t" r="r" b="b"/>
              <a:pathLst>
                <a:path w="10461" h="2836" extrusionOk="0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596;p25">
            <a:extLst>
              <a:ext uri="{FF2B5EF4-FFF2-40B4-BE49-F238E27FC236}">
                <a16:creationId xmlns:a16="http://schemas.microsoft.com/office/drawing/2014/main" id="{D0826198-69F6-E5BF-B29C-07C70D94070B}"/>
              </a:ext>
            </a:extLst>
          </p:cNvPr>
          <p:cNvSpPr txBox="1"/>
          <p:nvPr/>
        </p:nvSpPr>
        <p:spPr>
          <a:xfrm>
            <a:off x="3784461" y="2394570"/>
            <a:ext cx="3676367" cy="119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200" dirty="0">
                <a:latin typeface="Fira Sans Extra Condensed SemiBold" panose="020B0604020202020204" charset="0"/>
                <a:ea typeface="Roboto"/>
                <a:cs typeface="Roboto"/>
                <a:sym typeface="Roboto"/>
              </a:rPr>
              <a:t>GRACIAS!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7200" dirty="0">
              <a:latin typeface="Fira Sans Extra Condensed SemiBold" panose="020B0604020202020204" charset="0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207</Words>
  <Application>Microsoft Office PowerPoint</Application>
  <PresentationFormat>Presentación en pantalla (16:9)</PresentationFormat>
  <Paragraphs>26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Fira Sans Extra Condensed SemiBold</vt:lpstr>
      <vt:lpstr>Arial</vt:lpstr>
      <vt:lpstr>Roboto</vt:lpstr>
      <vt:lpstr>Data Migration Process Infographics by Slidesgo</vt:lpstr>
      <vt:lpstr>B4CK_4DMIN </vt:lpstr>
      <vt:lpstr>Introducción</vt:lpstr>
      <vt:lpstr>Objetivos</vt:lpstr>
      <vt:lpstr>Arquitectura del sistema</vt:lpstr>
      <vt:lpstr>Beneficios de la implementación</vt:lpstr>
      <vt:lpstr>Conclusión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Glenda Nicole Sandoval</dc:creator>
  <cp:lastModifiedBy>Glenda Nicole Sandoval Orellana</cp:lastModifiedBy>
  <cp:revision>3</cp:revision>
  <dcterms:modified xsi:type="dcterms:W3CDTF">2025-06-01T05:25:59Z</dcterms:modified>
</cp:coreProperties>
</file>